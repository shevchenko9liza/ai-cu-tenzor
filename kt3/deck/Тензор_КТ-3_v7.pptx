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7dc232ccd149a9" /><Relationship Type="http://schemas.openxmlformats.org/officeDocument/2006/relationships/extended-properties" Target="/docProps/app.xml" Id="Raebc6eee3e4b4021" /><Relationship Type="http://schemas.openxmlformats.org/officeDocument/2006/relationships/officeDocument" Target="/ppt/presentation.xml" Id="R8cd7a8dc41b84354" /></Relationships>
</file>

<file path=ppt/presentation.xml><?xml version="1.0" encoding="utf-8"?>
<p:presentation xmlns:p="http://schemas.openxmlformats.org/presentationml/2006/main">
  <p:sldMasterIdLst>
    <p:sldMasterId xmlns:r="http://schemas.openxmlformats.org/officeDocument/2006/relationships" id="2147483648" r:id="R28db8c3380ad4ca5"/>
  </p:sldMasterIdLst>
  <p:notesMasterIdLst>
    <p:notesMasterId xmlns:r="http://schemas.openxmlformats.org/officeDocument/2006/relationships" r:id="Ra62780e9253247ed"/>
  </p:notesMasterIdLst>
  <p:sldIdLst>
    <p:sldId xmlns:r="http://schemas.openxmlformats.org/officeDocument/2006/relationships" id="256" r:id="R6f06ddde96934bc7"/>
    <p:sldId xmlns:r="http://schemas.openxmlformats.org/officeDocument/2006/relationships" id="257" r:id="Rdf6b40adaf0d4ca6"/>
    <p:sldId xmlns:r="http://schemas.openxmlformats.org/officeDocument/2006/relationships" id="258" r:id="Rad9f7adf598f42c9"/>
    <p:sldId xmlns:r="http://schemas.openxmlformats.org/officeDocument/2006/relationships" id="259" r:id="Rb9350cef5f724cd4"/>
    <p:sldId xmlns:r="http://schemas.openxmlformats.org/officeDocument/2006/relationships" id="260" r:id="Ra11ebc7071dc4bc9"/>
    <p:sldId xmlns:r="http://schemas.openxmlformats.org/officeDocument/2006/relationships" id="261" r:id="R22e09794c38a4359"/>
    <p:sldId xmlns:r="http://schemas.openxmlformats.org/officeDocument/2006/relationships" id="262" r:id="Rd949705eca5140a2"/>
    <p:sldId xmlns:r="http://schemas.openxmlformats.org/officeDocument/2006/relationships" id="263" r:id="Rb67a5ffc89284e89"/>
    <p:sldId xmlns:r="http://schemas.openxmlformats.org/officeDocument/2006/relationships" id="264" r:id="R3d592257137a4e69"/>
    <p:sldId xmlns:r="http://schemas.openxmlformats.org/officeDocument/2006/relationships" id="265" r:id="R7c9e293f6c504072"/>
    <p:sldId xmlns:r="http://schemas.openxmlformats.org/officeDocument/2006/relationships" id="266" r:id="R0fe6e60c4c6841a6"/>
    <p:sldId xmlns:r="http://schemas.openxmlformats.org/officeDocument/2006/relationships" id="267" r:id="R61a154049fa046cd"/>
    <p:sldId xmlns:r="http://schemas.openxmlformats.org/officeDocument/2006/relationships" id="268" r:id="R25493c3c0a014c3d"/>
    <p:sldId xmlns:r="http://schemas.openxmlformats.org/officeDocument/2006/relationships" id="269" r:id="R26396ccc6c0e444f"/>
    <p:sldId xmlns:r="http://schemas.openxmlformats.org/officeDocument/2006/relationships" id="270" r:id="R002ef6eea5fe4b02"/>
    <p:sldId xmlns:r="http://schemas.openxmlformats.org/officeDocument/2006/relationships" id="271" r:id="R3a616be091944476"/>
    <p:sldId xmlns:r="http://schemas.openxmlformats.org/officeDocument/2006/relationships" id="272" r:id="Rebc4d5e6cd184589"/>
    <p:sldId xmlns:r="http://schemas.openxmlformats.org/officeDocument/2006/relationships" id="273" r:id="R753e44b3d5d34144"/>
    <p:sldId xmlns:r="http://schemas.openxmlformats.org/officeDocument/2006/relationships" id="274" r:id="Rb7735075222c4b40"/>
    <p:sldId xmlns:r="http://schemas.openxmlformats.org/officeDocument/2006/relationships" id="275" r:id="Ree3bef2f369144cb"/>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3b99d33eeaa4b96" /><Relationship Type="http://schemas.openxmlformats.org/officeDocument/2006/relationships/slideMaster" Target="/ppt/slideMasters/slideMaster1.xml" Id="R28db8c3380ad4ca5" /><Relationship Type="http://schemas.openxmlformats.org/officeDocument/2006/relationships/notesMaster" Target="/ppt/notesMasters/notesMaster1.xml" Id="Ra62780e9253247ed" /><Relationship Type="http://schemas.openxmlformats.org/officeDocument/2006/relationships/presProps" Target="/ppt/presProps.xml" Id="Ra2a3cbe9031d43db" /><Relationship Type="http://schemas.openxmlformats.org/officeDocument/2006/relationships/viewProps" Target="/ppt/viewProps.xml" Id="R10fe11b3a1aa42cd" /><Relationship Type="http://schemas.openxmlformats.org/officeDocument/2006/relationships/tableStyles" Target="/ppt/tableStyles.xml" Id="R941da0ff13d1488b" /><Relationship Type="http://schemas.openxmlformats.org/officeDocument/2006/relationships/slide" Target="/ppt/slides/slide1.xml" Id="R6f06ddde96934bc7" /><Relationship Type="http://schemas.openxmlformats.org/officeDocument/2006/relationships/slide" Target="/ppt/slides/slide2.xml" Id="Rdf6b40adaf0d4ca6" /><Relationship Type="http://schemas.openxmlformats.org/officeDocument/2006/relationships/slide" Target="/ppt/slides/slide3.xml" Id="Rad9f7adf598f42c9" /><Relationship Type="http://schemas.openxmlformats.org/officeDocument/2006/relationships/slide" Target="/ppt/slides/slide4.xml" Id="Rb9350cef5f724cd4" /><Relationship Type="http://schemas.openxmlformats.org/officeDocument/2006/relationships/slide" Target="/ppt/slides/slide5.xml" Id="Ra11ebc7071dc4bc9" /><Relationship Type="http://schemas.openxmlformats.org/officeDocument/2006/relationships/slide" Target="/ppt/slides/slide6.xml" Id="R22e09794c38a4359" /><Relationship Type="http://schemas.openxmlformats.org/officeDocument/2006/relationships/slide" Target="/ppt/slides/slide7.xml" Id="Rd949705eca5140a2" /><Relationship Type="http://schemas.openxmlformats.org/officeDocument/2006/relationships/slide" Target="/ppt/slides/slide8.xml" Id="Rb67a5ffc89284e89" /><Relationship Type="http://schemas.openxmlformats.org/officeDocument/2006/relationships/slide" Target="/ppt/slides/slide9.xml" Id="R3d592257137a4e69" /><Relationship Type="http://schemas.openxmlformats.org/officeDocument/2006/relationships/slide" Target="/ppt/slides/slide10.xml" Id="R7c9e293f6c504072" /><Relationship Type="http://schemas.openxmlformats.org/officeDocument/2006/relationships/slide" Target="/ppt/slides/slide11.xml" Id="R0fe6e60c4c6841a6" /><Relationship Type="http://schemas.openxmlformats.org/officeDocument/2006/relationships/slide" Target="/ppt/slides/slide12.xml" Id="R61a154049fa046cd" /><Relationship Type="http://schemas.openxmlformats.org/officeDocument/2006/relationships/slide" Target="/ppt/slides/slide13.xml" Id="R25493c3c0a014c3d" /><Relationship Type="http://schemas.openxmlformats.org/officeDocument/2006/relationships/slide" Target="/ppt/slides/slide14.xml" Id="R26396ccc6c0e444f" /><Relationship Type="http://schemas.openxmlformats.org/officeDocument/2006/relationships/slide" Target="/ppt/slides/slide15.xml" Id="R002ef6eea5fe4b02" /><Relationship Type="http://schemas.openxmlformats.org/officeDocument/2006/relationships/slide" Target="/ppt/slides/slide16.xml" Id="R3a616be091944476" /><Relationship Type="http://schemas.openxmlformats.org/officeDocument/2006/relationships/slide" Target="/ppt/slides/slide17.xml" Id="Rebc4d5e6cd184589" /><Relationship Type="http://schemas.openxmlformats.org/officeDocument/2006/relationships/slide" Target="/ppt/slides/slide18.xml" Id="R753e44b3d5d34144" /><Relationship Type="http://schemas.openxmlformats.org/officeDocument/2006/relationships/slide" Target="/ppt/slides/slide19.xml" Id="Rb7735075222c4b40" /><Relationship Type="http://schemas.openxmlformats.org/officeDocument/2006/relationships/slide" Target="/ppt/slides/slide20.xml" Id="Ree3bef2f369144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e6a2299a434d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2713898a6749af" /><Relationship Type="http://schemas.openxmlformats.org/officeDocument/2006/relationships/notesMaster" Target="/ppt/notesMasters/notesMaster1.xml" Id="Rd3005e8f849f4f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afb7b202964c90" /><Relationship Type="http://schemas.openxmlformats.org/officeDocument/2006/relationships/notesMaster" Target="/ppt/notesMasters/notesMaster1.xml" Id="Rae8e4cc5eb7e49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4310a3e93f4cdb" /><Relationship Type="http://schemas.openxmlformats.org/officeDocument/2006/relationships/notesMaster" Target="/ppt/notesMasters/notesMaster1.xml" Id="Re99ef4562b6949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4a962e8f664fc6" /><Relationship Type="http://schemas.openxmlformats.org/officeDocument/2006/relationships/notesMaster" Target="/ppt/notesMasters/notesMaster1.xml" Id="Rd0017e78789348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db6c5bde2e432d" /><Relationship Type="http://schemas.openxmlformats.org/officeDocument/2006/relationships/notesMaster" Target="/ppt/notesMasters/notesMaster1.xml" Id="R810a717c82db40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4dfdc440074c13" /><Relationship Type="http://schemas.openxmlformats.org/officeDocument/2006/relationships/notesMaster" Target="/ppt/notesMasters/notesMaster1.xml" Id="Rf39c3a30f2c947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197acecad54cbb" /><Relationship Type="http://schemas.openxmlformats.org/officeDocument/2006/relationships/notesMaster" Target="/ppt/notesMasters/notesMaster1.xml" Id="Ra32d2bd733c84b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e6d06c42a54e7c" /><Relationship Type="http://schemas.openxmlformats.org/officeDocument/2006/relationships/notesMaster" Target="/ppt/notesMasters/notesMaster1.xml" Id="Ra8672fd8eaf94f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2a3a23f801468b" /><Relationship Type="http://schemas.openxmlformats.org/officeDocument/2006/relationships/notesMaster" Target="/ppt/notesMasters/notesMaster1.xml" Id="Re0130c5624d84d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f84391289048bc" /><Relationship Type="http://schemas.openxmlformats.org/officeDocument/2006/relationships/notesMaster" Target="/ppt/notesMasters/notesMaster1.xml" Id="Rdcf10dec287f45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200984f85da4739" /><Relationship Type="http://schemas.openxmlformats.org/officeDocument/2006/relationships/notesMaster" Target="/ppt/notesMasters/notesMaster1.xml" Id="R77c85619d28a49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23f84a0e76459d" /><Relationship Type="http://schemas.openxmlformats.org/officeDocument/2006/relationships/notesMaster" Target="/ppt/notesMasters/notesMaster1.xml" Id="R8eed43622d9047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83af069a92441d" /><Relationship Type="http://schemas.openxmlformats.org/officeDocument/2006/relationships/notesMaster" Target="/ppt/notesMasters/notesMaster1.xml" Id="R558adfe01d8e449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afa348753c4e97" /><Relationship Type="http://schemas.openxmlformats.org/officeDocument/2006/relationships/notesMaster" Target="/ppt/notesMasters/notesMaster1.xml" Id="Rf0582a3d9e2342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2a7885347f48b3" /><Relationship Type="http://schemas.openxmlformats.org/officeDocument/2006/relationships/notesMaster" Target="/ppt/notesMasters/notesMaster1.xml" Id="Ra0313000a4d2488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e87dfb842d4c0d" /><Relationship Type="http://schemas.openxmlformats.org/officeDocument/2006/relationships/notesMaster" Target="/ppt/notesMasters/notesMaster1.xml" Id="R9d9d31fd97114a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2ac263e790498f" /><Relationship Type="http://schemas.openxmlformats.org/officeDocument/2006/relationships/notesMaster" Target="/ppt/notesMasters/notesMaster1.xml" Id="Re63aa8ceb21342f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a95b16498e4c2b" /><Relationship Type="http://schemas.openxmlformats.org/officeDocument/2006/relationships/notesMaster" Target="/ppt/notesMasters/notesMaster1.xml" Id="R839876464b4f43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d027a289cd46c3" /><Relationship Type="http://schemas.openxmlformats.org/officeDocument/2006/relationships/notesMaster" Target="/ppt/notesMasters/notesMaster1.xml" Id="Rd6b433c12e8545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d30f78adde4fa5" /><Relationship Type="http://schemas.openxmlformats.org/officeDocument/2006/relationships/notesMaster" Target="/ppt/notesMasters/notesMaster1.xml" Id="R1f4de7ff407a4f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Показываем пользовательский путь инженера станции на примере питательного насоса. Все показания, прогноз и суммы служат для проверки интерфейса. Физическая модель и промышленный прогноз пока не реализованы.</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https://github.com/shevchenko9liza/ai-cu-tenzor/blob/main/business/problem-and-evidence.md</a:t>
            </a:r>
            <a:endParaRPr/>
          </a:p>
          <a:p xmlns:a="http://schemas.openxmlformats.org/drawingml/2006/main">
            <a:r>
              <a:t>https://github.com/shevchenko9liza/ai-cu-tenzor/blob/main/lab05/prototype.html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Изучаем конкретный разрыв в существующем процессе: что происходит с предупреждением до постановки задачи. Сравниваем решение с действующими АСУ ТП, диагностикой и ТОиР. Роль покупателя и платный пилот пока гипотезы. Нам нужно подтвердить незакрытый шаг и готовность выделить бюджет.</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https://github.com/shevchenko9liza/ai-cu-tenzor/blob/main/business/problem-and-evidence.md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R1 проведено 9 октября с записью, R2 10 октября зафиксировано в конспекте. Это ограниченные основания, а не подтверждённый рынок. Технические источники помогают выбрать правдоподобные вопросы по классу питательных насосов. Они не устанавливают причину отказа конкретного ПЭН-1А.</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https://github.com/shevchenko9liza/ai-cu-tenzor/blob/main/course/sources.md</a:t>
            </a:r>
            <a:endParaRPr/>
          </a:p>
          <a:p xmlns:a="http://schemas.openxmlformats.org/drawingml/2006/main">
            <a:r>
              <a:t>https://github.com/shevchenko9liza/ai-cu-tenzor/blob/main/business/problem-and-evidence.md</a:t>
            </a:r>
            <a:endParaRPr/>
          </a:p>
          <a:p xmlns:a="http://schemas.openxmlformats.org/drawingml/2006/main">
            <a:r>
              <a:t>https://github.com/shevchenko9liza/ai-cu-tenzor/blob/main/business/synthetic-interviews-pump.md</a:t>
            </a:r>
            <a:endParaRPr/>
          </a:p>
          <a:p xmlns:a="http://schemas.openxmlformats.org/drawingml/2006/main">
            <a:r>
              <a:t>https://go.sulzer.com/boiler_feed_pump_risks_and_repair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Главный пользователь отвечает за оценку сигнала и подготовку следующего шага. Отдельная ветка отсутствия данных нужна для доверия к продукту. Отбор задач ограничивает первую версию одним связанным результатом.</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https://github.com/shevchenko9liza/ai-cu-tenzor/blob/main/lab05/part1.md</a:t>
            </a:r>
            <a:endParaRPr/>
          </a:p>
          <a:p xmlns:a="http://schemas.openxmlformats.org/drawingml/2006/main">
            <a:r>
              <a:t>https://github.com/shevchenko9liza/ai-cu-tenzor/blob/main/lab05/requirements.md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USM показывает действия, реакции продукта, альтернативы и возвраты. Результаты четырёх проверок уточняют гипотезу и переходят в контекст задания. Для ПН-03 сохранение пакета отделено от повторной оценки. Все записи живут в открытой вкладке, а задание можно скачать.</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https://github.com/shevchenko9liza/ai-cu-tenzor/blob/main/kt3/usm.md</a:t>
            </a:r>
            <a:endParaRPr/>
          </a:p>
          <a:p xmlns:a="http://schemas.openxmlformats.org/drawingml/2006/main">
            <a:r>
              <a:t>https://github.com/shevchenko9liza/ai-cu-tenzor/blob/main/lab05/part2.md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Основной вывод находится на первом экране. У каждого показателя есть оценка и следующий шаг. ПН-01 требует разбора, но неисправность ещё не подтверждена. ПН-02 без нового сигнала, ПН-03 без данных, ПН-04 в резерве.</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https://github.com/shevchenko9liza/ai-cu-tenzor/blob/main/lab05/prototype.html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3D показываем место наблюдаемого сигнала и рекомендуемую проверку. Метки следуют за вращением. Доступны кнопки узлов и раскрытие внутренних деталей. Физического цифрового двойника здесь нет.</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https://github.com/shevchenko9liza/ai-cu-tenzor/blob/main/lab05/pump-view.js</a:t>
            </a:r>
            <a:endParaRPr/>
          </a:p>
          <a:p xmlns:a="http://schemas.openxmlformats.org/drawingml/2006/main">
            <a:r>
              <a:t>https://github.com/shevchenko9liza/ai-cu-tenzor/blob/main/lab05/requirements.md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Совместный рост вибрации и температуры объясняет, почему проверяем смазку и охлаждение. Это гипотеза, а не вывод диагностической модели. Интерфейс показывает изменившиеся числа, контекст режима и альтернативные причины. Прямые измерения масла, спектр и диагностическое заключение пока не подключены.</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https://github.com/shevchenko9liza/ai-cu-tenzor/blob/main/lab05/decision-support.md</a:t>
            </a:r>
            <a:endParaRPr/>
          </a:p>
          <a:p xmlns:a="http://schemas.openxmlformats.org/drawingml/2006/main">
            <a:r>
              <a:t>https://github.com/shevchenko9liza/ai-cu-tenzor/blob/main/lab05/decision-support.js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Показываем два фрагмента из четырёх проверок. Инженер выбирает результаты и записывает наблюдения персонала. Отметка в интерфейсе не заменяет обход или заключение. Для реального насоса программу и допуски определяют специалисты станции.</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https://github.com/shevchenko9liza/ai-cu-tenzor/blob/main/lab05/decision-support.md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Расчёт использует текущие 4,4 мм/с и темпы роста за сутки и шесть суток. Формула: разница между выбранной границей и текущим значением, делённая на темп. Интервал не является вероятностью или остаточным ресурсом. Первую проверку сценарий предлагает в текущую смену, а не через 48 часов. Реальная полезная заблаговременность ещё не измерена.</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https://github.com/shevchenko9liza/ai-cu-tenzor/blob/main/lab05/decision-support.md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Все суммы условные. Внеплановый сценарий: 12 часов по 100 тысяч и 900 тысяч ремонта, всего 2,1 миллиона. Плановый: 4 часа по 100 тысяч, 350 тысяч работ, 50 тысяч диагностики, 30 тысяч сервиса, всего 830 тысяч. Разница 1,27 миллиона возникает только при предотвращённом событии. Вероятность по умолчанию не задана, поэтому ожидаемый эффект не рассчитан. При замещении резервом стоимость потерь может быть нулевой.</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https://github.com/shevchenko9liza/ai-cu-tenzor/blob/main/lab05/decision-support.md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форме предлагаются разные действия. Пустые обязательные поля и недопустимый срок дают ошибку у поля. Инженер может вернуться к карточке, затем продолжить свой черновик. Внешней системы ремонтов макет не касается.</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https://github.com/shevchenko9liza/ai-cu-tenzor/blob/main/lab05/part2.md</a:t>
            </a:r>
            <a:endParaRPr/>
          </a:p>
          <a:p xmlns:a="http://schemas.openxmlformats.org/drawingml/2006/main">
            <a:r>
              <a:t>https://github.com/shevchenko9liza/ai-cu-tenzor/blob/main/lab05/requirements.md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создания виден номер, объект, обоснование, срок и ответственный. Контекст фиксируется на момент создания. Пользователь скачивает текст и может записать результат проверки. Этот результат остаётся в журнале, но не снимает предупреждение автоматически.</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https://github.com/shevchenko9liza/ai-cu-tenzor/blob/main/lab05/part2.md</a:t>
            </a:r>
            <a:endParaRPr/>
          </a:p>
          <a:p xmlns:a="http://schemas.openxmlformats.org/drawingml/2006/main">
            <a:r>
              <a:t>https://github.com/shevchenko9liza/ai-cu-tenzor/blob/main/lab05/decision-support.md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ПН-03 нужен для проверки честного поведения при неизвестности. При выборе неизвестной причины макет не придумывает свежие данные. Если эксперт выбирает заранее подготовленный учебный ответ, интерфейс сохраняет подтверждение и отдельно предлагает повтор. Восстановление реального канала происходит вне макета.</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https://github.com/shevchenko9liza/ai-cu-tenzor/blob/main/lab05/part2.md</a:t>
            </a:r>
            <a:endParaRPr/>
          </a:p>
          <a:p xmlns:a="http://schemas.openxmlformats.org/drawingml/2006/main">
            <a:r>
              <a:t>https://github.com/shevchenko9liza/ai-cu-tenzor/blob/main/kt3/usm.md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Исходные мнемосхемы найдены в предоставленной пользователем папке видеокадров. Происхождение от предприятия сообщила пользовательница. ПН-01 учебно сопоставлен с ПЭН-1А, это не подтверждает текущую неисправность. Дата отделена от вымышленных показаний интерфейса. Идентифицирующие и служебные полосы обрезаны, технологическая область сохранена.</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https://github.com/shevchenko9liza/ai-cu-tenzor/blob/main/lab05/plant-scheme.md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 начала фиксируем критерии: человек находит сигнал, объясняет факт и гипотезу, формирует обоснованное действие, исправляет ошибки и понимает ветку отсутствия данных. Наблюдаем, не подсказываем кнопки. Записываем время, ошибки, запросы помощи и объяснение результата. После встречи каждый участник пишет свою обязательную рефлексию до командного обсуждения.</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https://github.com/shevchenko9liza/ai-cu-tenzor/blob/main/business/custdev-plan.md</a:t>
            </a:r>
            <a:endParaRPr/>
          </a:p>
          <a:p xmlns:a="http://schemas.openxmlformats.org/drawingml/2006/main">
            <a:r>
              <a:t>https://github.com/shevchenko9liza/ai-cu-tenzor/blob/main/kt3/checklist.md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разбираем прошлое событие, затем показываем продукт. Если текущая диагностика закрывает весь процесс, новый дашборд сам по себе не объясняет покупку. Просим экспертов указать недостающее основание, дублирующий шаг и случай для следующего интервью. Результатов этой встречи пока нет.</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https://github.com/shevchenko9liza/ai-cu-tenzor/blob/main/business/custdev-plan.md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Требования задают проверяемое поведение прототипа. Они не являются промышленным техническим заданием. Каждый ID раскрыт в полном документе по ссылке на финальном слайде.</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https://github.com/shevchenko9liza/ai-cu-tenzor/blob/main/lab05/requirements.md</a:t>
            </a:r>
            <a:endParaRPr/>
          </a:p>
          <a:p xmlns:a="http://schemas.openxmlformats.org/drawingml/2006/main">
            <a:r>
              <a:t>https://github.com/shevchenko9liza/ai-cu-tenzor/blob/main/lab05/verification.md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ИИ использовался для разработки и подготовки материалов. Изменения направления задавала участница команды: решение о проверке и обслуживании, полезные показатели, причины, действия, 3D и схема. Автоматические проверки подтверждают поведение интерфейса, но не полезность и точность реального прогноза. Неподтверждённые человеческие шаги перечислены отдельно.</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https://github.com/shevchenko9liza/ai-cu-tenzor/blob/main/lab05/verification.md</a:t>
            </a:r>
            <a:endParaRPr/>
          </a:p>
          <a:p xmlns:a="http://schemas.openxmlformats.org/drawingml/2006/main">
            <a:r>
              <a:t>https://github.com/shevchenko9liza/ai-cu-tenzor/blob/main/lab05/decisions.md</a:t>
            </a:r>
            <a:endParaRPr/>
          </a:p>
          <a:p xmlns:a="http://schemas.openxmlformats.org/drawingml/2006/main">
            <a:r>
              <a:t>https://github.com/shevchenko9liza/ai-cu-tenzor/blob/main/business/synthetic-interviews-pump.md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Открывайте ссылки в режиме показа. Прототип запускается на GitHub Pages. Ссылка на GitHub ведёт к лабораторным 4 и 5 и полным исходникам. Автономный HTML можно скачать и открыть без сети. Для публикации через Яндекс.Диск пользовательница загрузит подготовленные файлы и при необходимости заменит ссылки на документы. Ссылку работающего прототипа лучше сохранить, так как Диск обычно служит хранилищем HTML, а не средой исполнения.</a:t>
            </a:r>
            <a:endParaRPr/>
          </a:p>
          <a:p xmlns:a="http://schemas.openxmlformats.org/drawingml/2006/main">
            <a:r>
              <a:t/>
            </a:r>
            <a:endParaRPr/>
          </a:p>
          <a:p xmlns:a="http://schemas.openxmlformats.org/drawingml/2006/main">
            <a:r>
              <a:t>Источники:</a:t>
            </a:r>
            <a:endParaRPr/>
          </a:p>
          <a:p xmlns:a="http://schemas.openxmlformats.org/drawingml/2006/main">
            <a:r>
              <a:t>https://github.com/shevchenko9liza/ai-cu-tenzor/blob/main/kt3/submission-guide.md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11791a56a14f6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9e8378a4974dc0" /><Relationship Type="http://schemas.openxmlformats.org/officeDocument/2006/relationships/slideLayout" Target="/ppt/slideLayouts/slideLayout1.xml" Id="Raa64164368e54c3e"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64164368e54c3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7b754980564c45" /><Relationship Type="http://schemas.openxmlformats.org/officeDocument/2006/relationships/image" Target="/ppt/media/image.png" Id="R4b4553236bd24cb1" /><Relationship Type="http://schemas.openxmlformats.org/officeDocument/2006/relationships/image" Target="/ppt/media/image2.png" Id="Rf5f90fb8be054adb" /><Relationship Type="http://schemas.openxmlformats.org/officeDocument/2006/relationships/notesSlide" Target="/ppt/notesSlides/notesSlide1.xml" Id="R521e48251ff548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c2f0f8a0294c58" /><Relationship Type="http://schemas.openxmlformats.org/officeDocument/2006/relationships/image" Target="/ppt/media/image3.png" Id="Rd91aab5fcd0a4f26" /><Relationship Type="http://schemas.openxmlformats.org/officeDocument/2006/relationships/notesSlide" Target="/ppt/notesSlides/notesSlide2.xml" Id="R3c25c8f97f6e46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d665e783ea4021" /><Relationship Type="http://schemas.openxmlformats.org/officeDocument/2006/relationships/image" Target="/ppt/media/image3.png" Id="Rfda797764fcc4de2" /><Relationship Type="http://schemas.openxmlformats.org/officeDocument/2006/relationships/notesSlide" Target="/ppt/notesSlides/notesSlide3.xml" Id="R24d0a530dc504c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69a10e76864998" /><Relationship Type="http://schemas.openxmlformats.org/officeDocument/2006/relationships/image" Target="/ppt/media/image3.png" Id="Rfefb9209c6a64953" /><Relationship Type="http://schemas.openxmlformats.org/officeDocument/2006/relationships/notesSlide" Target="/ppt/notesSlides/notesSlide4.xml" Id="Rd67834f9a11743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f88bb603a54d49" /><Relationship Type="http://schemas.openxmlformats.org/officeDocument/2006/relationships/image" Target="/ppt/media/image3.png" Id="R797e877c1d574fa2" /><Relationship Type="http://schemas.openxmlformats.org/officeDocument/2006/relationships/notesSlide" Target="/ppt/notesSlides/notesSlide5.xml" Id="Rda0c9883dbdf40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67aaae0e2d4e37" /><Relationship Type="http://schemas.openxmlformats.org/officeDocument/2006/relationships/image" Target="/ppt/media/image3.png" Id="R1605f15ce92849b9" /><Relationship Type="http://schemas.openxmlformats.org/officeDocument/2006/relationships/image" Target="/ppt/media/image4.png" Id="Rd15d9161d7334e1d" /><Relationship Type="http://schemas.openxmlformats.org/officeDocument/2006/relationships/notesSlide" Target="/ppt/notesSlides/notesSlide6.xml" Id="Rab2d64db549049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cdbc1a051b4e55" /><Relationship Type="http://schemas.openxmlformats.org/officeDocument/2006/relationships/image" Target="/ppt/media/image3.png" Id="R3c5b6c8122014227" /><Relationship Type="http://schemas.openxmlformats.org/officeDocument/2006/relationships/image" Target="/ppt/media/image5.png" Id="R27fcd83385e540d5" /><Relationship Type="http://schemas.openxmlformats.org/officeDocument/2006/relationships/notesSlide" Target="/ppt/notesSlides/notesSlide7.xml" Id="R90495e44f71a42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a495ce8f604b89" /><Relationship Type="http://schemas.openxmlformats.org/officeDocument/2006/relationships/image" Target="/ppt/media/image3.png" Id="R8495d77a69a244e4" /><Relationship Type="http://schemas.openxmlformats.org/officeDocument/2006/relationships/image" Target="/ppt/media/image6.png" Id="R446dfd14dd6d43ef" /><Relationship Type="http://schemas.openxmlformats.org/officeDocument/2006/relationships/notesSlide" Target="/ppt/notesSlides/notesSlide8.xml" Id="Ra3a9e8ada42b4f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3d5cdf731b4402" /><Relationship Type="http://schemas.openxmlformats.org/officeDocument/2006/relationships/image" Target="/ppt/media/image3.png" Id="R66db53633723409b" /><Relationship Type="http://schemas.openxmlformats.org/officeDocument/2006/relationships/image" Target="/ppt/media/image7.png" Id="R000bd7ca4a4e4be9" /><Relationship Type="http://schemas.openxmlformats.org/officeDocument/2006/relationships/image" Target="/ppt/media/image8.png" Id="Ra514c60305424f29" /><Relationship Type="http://schemas.openxmlformats.org/officeDocument/2006/relationships/notesSlide" Target="/ppt/notesSlides/notesSlide9.xml" Id="R64700618d3c148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88ab2cbb414ca7" /><Relationship Type="http://schemas.openxmlformats.org/officeDocument/2006/relationships/image" Target="/ppt/media/image3.png" Id="Rdb77e21dfb2c4142" /><Relationship Type="http://schemas.openxmlformats.org/officeDocument/2006/relationships/image" Target="/ppt/media/image9.png" Id="R0d0128ab8a544e1c" /><Relationship Type="http://schemas.openxmlformats.org/officeDocument/2006/relationships/notesSlide" Target="/ppt/notesSlides/notesSlide10.xml" Id="R7ffdf8945f514d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476cf95e2814577" /><Relationship Type="http://schemas.openxmlformats.org/officeDocument/2006/relationships/image" Target="/ppt/media/image3.png" Id="R87ed737c7bdf4727" /><Relationship Type="http://schemas.openxmlformats.org/officeDocument/2006/relationships/image" Target="/ppt/media/image10.png" Id="R809c6bcb18054e0f" /><Relationship Type="http://schemas.openxmlformats.org/officeDocument/2006/relationships/notesSlide" Target="/ppt/notesSlides/notesSlide11.xml" Id="Rdf68b31f3a0c41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c01fe5076a4737" /><Relationship Type="http://schemas.openxmlformats.org/officeDocument/2006/relationships/image" Target="/ppt/media/image3.png" Id="R9cc7b1560c9d44ee" /><Relationship Type="http://schemas.openxmlformats.org/officeDocument/2006/relationships/image" Target="/ppt/media/image11.png" Id="R1a89b360b4034b77" /><Relationship Type="http://schemas.openxmlformats.org/officeDocument/2006/relationships/notesSlide" Target="/ppt/notesSlides/notesSlide12.xml" Id="Rf5bfd7f7fdb64b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f25071b5fb46e3" /><Relationship Type="http://schemas.openxmlformats.org/officeDocument/2006/relationships/image" Target="/ppt/media/image3.png" Id="Rccf019e1b3ed4642" /><Relationship Type="http://schemas.openxmlformats.org/officeDocument/2006/relationships/image" Target="/ppt/media/image12.png" Id="R1b8eb158133e4867" /><Relationship Type="http://schemas.openxmlformats.org/officeDocument/2006/relationships/notesSlide" Target="/ppt/notesSlides/notesSlide13.xml" Id="Ree00fe36095048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d14852f6044421b" /><Relationship Type="http://schemas.openxmlformats.org/officeDocument/2006/relationships/image" Target="/ppt/media/image3.png" Id="R9787b0e37d454982" /><Relationship Type="http://schemas.openxmlformats.org/officeDocument/2006/relationships/image" Target="/ppt/media/image13.png" Id="Rdb683b5ec2db430d" /><Relationship Type="http://schemas.openxmlformats.org/officeDocument/2006/relationships/image" Target="/ppt/media/image14.png" Id="R227be7926c28437f" /><Relationship Type="http://schemas.openxmlformats.org/officeDocument/2006/relationships/notesSlide" Target="/ppt/notesSlides/notesSlide14.xml" Id="R5e5591fb0d6142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50d83ac2c44407" /><Relationship Type="http://schemas.openxmlformats.org/officeDocument/2006/relationships/image" Target="/ppt/media/image3.png" Id="R6eb9627afc2442e6" /><Relationship Type="http://schemas.openxmlformats.org/officeDocument/2006/relationships/image" Target="/ppt/media/image15.png" Id="R6ae0e398c4824c40" /><Relationship Type="http://schemas.openxmlformats.org/officeDocument/2006/relationships/notesSlide" Target="/ppt/notesSlides/notesSlide15.xml" Id="R112a4058018743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306317a9d1a489c" /><Relationship Type="http://schemas.openxmlformats.org/officeDocument/2006/relationships/image" Target="/ppt/media/image3.png" Id="R40858e439b4b4c05" /><Relationship Type="http://schemas.openxmlformats.org/officeDocument/2006/relationships/notesSlide" Target="/ppt/notesSlides/notesSlide16.xml" Id="R17d9683ea13544b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87e27e5d0ed40a0" /><Relationship Type="http://schemas.openxmlformats.org/officeDocument/2006/relationships/image" Target="/ppt/media/image3.png" Id="R14481885ec9440b0" /><Relationship Type="http://schemas.openxmlformats.org/officeDocument/2006/relationships/notesSlide" Target="/ppt/notesSlides/notesSlide17.xml" Id="R1e5064708dec464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b02b8a7379642d2" /><Relationship Type="http://schemas.openxmlformats.org/officeDocument/2006/relationships/image" Target="/ppt/media/image3.png" Id="Rb51ed2706cae438e" /><Relationship Type="http://schemas.openxmlformats.org/officeDocument/2006/relationships/notesSlide" Target="/ppt/notesSlides/notesSlide18.xml" Id="R80643e47ea1b4f2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6f117e428024f40" /><Relationship Type="http://schemas.openxmlformats.org/officeDocument/2006/relationships/image" Target="/ppt/media/image3.png" Id="Rf94c73acd8ad4e80" /><Relationship Type="http://schemas.openxmlformats.org/officeDocument/2006/relationships/notesSlide" Target="/ppt/notesSlides/notesSlide19.xml" Id="Rc3c8d241751d449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f815c97fbc048ec" /><Relationship Type="http://schemas.openxmlformats.org/officeDocument/2006/relationships/image" Target="/ppt/media/image3.png" Id="Rd1cb2a717d294563" /><Relationship Type="http://schemas.openxmlformats.org/officeDocument/2006/relationships/hyperlink" Target="https://shevchenko9liza.github.io/ai-cu-tenzor/lab05/prototype.html" TargetMode="External" Id="R3c9642bd0fc54457" /><Relationship Type="http://schemas.openxmlformats.org/officeDocument/2006/relationships/hyperlink" Target="https://shevchenko9liza.github.io/ai-cu-tenzor/kt3/usm.html" TargetMode="External" Id="R75cbe842ae9945f4" /><Relationship Type="http://schemas.openxmlformats.org/officeDocument/2006/relationships/hyperlink" Target="https://shevchenko9liza.github.io/ai-cu-tenzor/lab05/part2.html" TargetMode="External" Id="Re0cca204268c465d" /><Relationship Type="http://schemas.openxmlformats.org/officeDocument/2006/relationships/hyperlink" Target="https://shevchenko9liza.github.io/ai-cu-tenzor/lab05/requirements.html" TargetMode="External" Id="R80752eabc95343a1" /><Relationship Type="http://schemas.openxmlformats.org/officeDocument/2006/relationships/hyperlink" Target="https://shevchenko9liza.github.io/ai-cu-tenzor/business/problem-and-evidence.html" TargetMode="External" Id="Ra44315048fec4a82" /><Relationship Type="http://schemas.openxmlformats.org/officeDocument/2006/relationships/hyperlink" Target="https://shevchenko9liza.github.io/ai-cu-tenzor/lab05/verification.html" TargetMode="External" Id="R6c9c406067a14fd0" /><Relationship Type="http://schemas.openxmlformats.org/officeDocument/2006/relationships/hyperlink" Target="https://github.com/shevchenko9liza/ai-cu-tenzor" TargetMode="External" Id="Rcebd648668094bc2" /><Relationship Type="http://schemas.openxmlformats.org/officeDocument/2006/relationships/notesSlide" Target="/ppt/notesSlides/notesSlide20.xml" Id="R5b086f0955e94aa8"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4b4553236bd24cb1">
            <a:lum/>
          </a:blip>
          <a:srcRect l="0" t="0" r="0" b="0"/>
          <a:stretch>
            <a:fillRect l="0" t="0" r="0" b="0"/>
          </a:stretch>
        </a:blipFill>
      </p:bgPr>
    </p:bg>
    <p:spTree>
      <p:nvGrpSpPr>
        <p:cNvPr id="1" name=""/>
        <p:cNvGrpSpPr/>
        <p:nvPr/>
      </p:nvGrpSpPr>
      <p:grpSpPr>
        <a:xfrm xmlns:a="http://schemas.openxmlformats.org/drawingml/2006/main"/>
      </p:grpSpPr>
      <p:sp>
        <p:nvSpPr>
          <p:cNvPr id="8" name="КТ-3   ИИ-ЦЕНТРИЧНОЕ ПРЕДПРИНИМАТЕЛЬСТВО">
            <a:extLst xmlns:a="http://schemas.openxmlformats.org/drawingml/2006/main">
              <a:ext uri="{FF2B5EF4-FFF2-40B4-BE49-F238E27FC236}">
                <a16:creationId xmlns:a16="http://schemas.microsoft.com/office/drawing/2014/main" id="{A907AD3A-B521-4BD2-8AE2-87EE115F1E78}"/>
              </a:ext>
            </a:extLst>
          </p:cNvPr>
          <p:cNvSpPr>
            <a:spLocks xmlns:a="http://schemas.openxmlformats.org/drawingml/2006/main" noGrp="1"/>
          </p:cNvSpPr>
          <p:nvPr/>
        </p:nvSpPr>
        <p:spPr>
          <a:xfrm xmlns:a="http://schemas.openxmlformats.org/drawingml/2006/main">
            <a:off x="781050" y="590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a:defRPr sz="1200" b="1">
                <a:solidFill>
                  <a:srgbClr val="2EE6C9"/>
                </a:solidFill>
                <a:latin typeface="Arial"/>
                <a:ea typeface="Arial"/>
                <a:cs typeface="Arial"/>
              </a:defRPr>
            </a:pPr>
            <a:r>
              <a:rPr sz="1200" b="1">
                <a:solidFill>
                  <a:srgbClr val="2EE6C9"/>
                </a:solidFill>
                <a:latin typeface="Arial"/>
                <a:ea typeface="Arial"/>
                <a:cs typeface="Arial"/>
              </a:rPr>
              <a:t>КТ-3   ИИ-ЦЕНТРИЧНОЕ ПРЕДПРИНИМАТЕЛЬСТВО</a:t>
            </a:r>
          </a:p>
        </p:txBody>
      </p:sp>
      <p:sp>
        <p:nvSpPr>
          <p:cNvPr id="2" name="Тензор">
            <a:extLst xmlns:a="http://schemas.openxmlformats.org/drawingml/2006/main">
              <a:ext uri="{FF2B5EF4-FFF2-40B4-BE49-F238E27FC236}">
                <a16:creationId xmlns:a16="http://schemas.microsoft.com/office/drawing/2014/main" id="{2E746D7E-0DB9-4CF2-8333-794C8B73E885}"/>
              </a:ext>
            </a:extLst>
          </p:cNvPr>
          <p:cNvSpPr>
            <a:spLocks xmlns:a="http://schemas.openxmlformats.org/drawingml/2006/main" noGrp="1"/>
          </p:cNvSpPr>
          <p:nvPr/>
        </p:nvSpPr>
        <p:spPr>
          <a:xfrm xmlns:a="http://schemas.openxmlformats.org/drawingml/2006/main">
            <a:off x="781050" y="1628775"/>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1">
                <a:solidFill>
                  <a:srgbClr val="F3F4F7"/>
                </a:solidFill>
                <a:latin typeface="Arial"/>
                <a:ea typeface="Arial"/>
                <a:cs typeface="Arial"/>
              </a:defRPr>
            </a:defPPr>
            <a:lvl1pPr>
              <a:defRPr sz="6600" b="1">
                <a:solidFill>
                  <a:srgbClr val="F3F4F7"/>
                </a:solidFill>
                <a:latin typeface="Arial"/>
                <a:ea typeface="Arial"/>
                <a:cs typeface="Arial"/>
              </a:defRPr>
            </a:lvl1pPr>
            <a:lvl2pPr>
              <a:defRPr sz="6600" b="1">
                <a:solidFill>
                  <a:srgbClr val="F3F4F7"/>
                </a:solidFill>
                <a:latin typeface="Arial"/>
                <a:ea typeface="Arial"/>
                <a:cs typeface="Arial"/>
              </a:defRPr>
            </a:lvl2pPr>
            <a:lvl3pPr>
              <a:defRPr sz="6600" b="1">
                <a:solidFill>
                  <a:srgbClr val="F3F4F7"/>
                </a:solidFill>
                <a:latin typeface="Arial"/>
                <a:ea typeface="Arial"/>
                <a:cs typeface="Arial"/>
              </a:defRPr>
            </a:lvl3pPr>
            <a:lvl4pPr>
              <a:defRPr sz="6600" b="1">
                <a:solidFill>
                  <a:srgbClr val="F3F4F7"/>
                </a:solidFill>
                <a:latin typeface="Arial"/>
                <a:ea typeface="Arial"/>
                <a:cs typeface="Arial"/>
              </a:defRPr>
            </a:lvl4pPr>
            <a:lvl5pPr>
              <a:defRPr sz="6600" b="1">
                <a:solidFill>
                  <a:srgbClr val="F3F4F7"/>
                </a:solidFill>
                <a:latin typeface="Arial"/>
                <a:ea typeface="Arial"/>
                <a:cs typeface="Arial"/>
              </a:defRPr>
            </a:lvl5pPr>
            <a:lvl6pPr>
              <a:defRPr sz="6600" b="1">
                <a:solidFill>
                  <a:srgbClr val="F3F4F7"/>
                </a:solidFill>
                <a:latin typeface="Arial"/>
                <a:ea typeface="Arial"/>
                <a:cs typeface="Arial"/>
              </a:defRPr>
            </a:lvl6pPr>
            <a:lvl7pPr>
              <a:defRPr sz="6600" b="1">
                <a:solidFill>
                  <a:srgbClr val="F3F4F7"/>
                </a:solidFill>
                <a:latin typeface="Arial"/>
                <a:ea typeface="Arial"/>
                <a:cs typeface="Arial"/>
              </a:defRPr>
            </a:lvl7pPr>
            <a:lvl8pPr>
              <a:defRPr sz="6600" b="1">
                <a:solidFill>
                  <a:srgbClr val="F3F4F7"/>
                </a:solidFill>
                <a:latin typeface="Arial"/>
                <a:ea typeface="Arial"/>
                <a:cs typeface="Arial"/>
              </a:defRPr>
            </a:lvl8pPr>
            <a:lvl9pPr>
              <a:defRPr sz="6600" b="1">
                <a:solidFill>
                  <a:srgbClr val="F3F4F7"/>
                </a:solidFill>
                <a:latin typeface="Arial"/>
                <a:ea typeface="Arial"/>
                <a:cs typeface="Arial"/>
              </a:defRPr>
            </a:lvl9pPr>
          </a:lstStyle>
          <a:p xmlns:a="http://schemas.openxmlformats.org/drawingml/2006/main">
            <a:pPr>
              <a:defRPr sz="6600" b="1">
                <a:solidFill>
                  <a:srgbClr val="F3F4F7"/>
                </a:solidFill>
                <a:latin typeface="Arial"/>
                <a:ea typeface="Arial"/>
                <a:cs typeface="Arial"/>
              </a:defRPr>
            </a:pPr>
            <a:r>
              <a:rPr sz="6600" b="1">
                <a:solidFill>
                  <a:srgbClr val="F3F4F7"/>
                </a:solidFill>
                <a:latin typeface="Arial"/>
                <a:ea typeface="Arial"/>
                <a:cs typeface="Arial"/>
              </a:rPr>
              <a:t>Тензор</a:t>
            </a:r>
          </a:p>
        </p:txBody>
      </p:sp>
      <p:sp>
        <p:nvSpPr>
          <p:cNvPr id="3" name="Решение инженера&#10;по состоянию насоса ТЭС">
            <a:extLst xmlns:a="http://schemas.openxmlformats.org/drawingml/2006/main">
              <a:ext uri="{FF2B5EF4-FFF2-40B4-BE49-F238E27FC236}">
                <a16:creationId xmlns:a16="http://schemas.microsoft.com/office/drawing/2014/main" id="{2BFECE12-2B6B-4D6B-B26D-69BA79074F86}"/>
              </a:ext>
            </a:extLst>
          </p:cNvPr>
          <p:cNvSpPr>
            <a:spLocks xmlns:a="http://schemas.openxmlformats.org/drawingml/2006/main" noGrp="1"/>
          </p:cNvSpPr>
          <p:nvPr/>
        </p:nvSpPr>
        <p:spPr>
          <a:xfrm xmlns:a="http://schemas.openxmlformats.org/drawingml/2006/main">
            <a:off x="781050" y="2828925"/>
            <a:ext cx="6048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0">
                <a:solidFill>
                  <a:srgbClr val="DDE0E7"/>
                </a:solidFill>
                <a:latin typeface="Arial"/>
                <a:ea typeface="Arial"/>
                <a:cs typeface="Arial"/>
              </a:defRPr>
            </a:defPPr>
            <a:lvl1pPr>
              <a:defRPr sz="3000" b="0">
                <a:solidFill>
                  <a:srgbClr val="DDE0E7"/>
                </a:solidFill>
                <a:latin typeface="Arial"/>
                <a:ea typeface="Arial"/>
                <a:cs typeface="Arial"/>
              </a:defRPr>
            </a:lvl1pPr>
            <a:lvl2pPr>
              <a:defRPr sz="3000" b="0">
                <a:solidFill>
                  <a:srgbClr val="DDE0E7"/>
                </a:solidFill>
                <a:latin typeface="Arial"/>
                <a:ea typeface="Arial"/>
                <a:cs typeface="Arial"/>
              </a:defRPr>
            </a:lvl2pPr>
            <a:lvl3pPr>
              <a:defRPr sz="3000" b="0">
                <a:solidFill>
                  <a:srgbClr val="DDE0E7"/>
                </a:solidFill>
                <a:latin typeface="Arial"/>
                <a:ea typeface="Arial"/>
                <a:cs typeface="Arial"/>
              </a:defRPr>
            </a:lvl3pPr>
            <a:lvl4pPr>
              <a:defRPr sz="3000" b="0">
                <a:solidFill>
                  <a:srgbClr val="DDE0E7"/>
                </a:solidFill>
                <a:latin typeface="Arial"/>
                <a:ea typeface="Arial"/>
                <a:cs typeface="Arial"/>
              </a:defRPr>
            </a:lvl4pPr>
            <a:lvl5pPr>
              <a:defRPr sz="3000" b="0">
                <a:solidFill>
                  <a:srgbClr val="DDE0E7"/>
                </a:solidFill>
                <a:latin typeface="Arial"/>
                <a:ea typeface="Arial"/>
                <a:cs typeface="Arial"/>
              </a:defRPr>
            </a:lvl5pPr>
            <a:lvl6pPr>
              <a:defRPr sz="3000" b="0">
                <a:solidFill>
                  <a:srgbClr val="DDE0E7"/>
                </a:solidFill>
                <a:latin typeface="Arial"/>
                <a:ea typeface="Arial"/>
                <a:cs typeface="Arial"/>
              </a:defRPr>
            </a:lvl6pPr>
            <a:lvl7pPr>
              <a:defRPr sz="3000" b="0">
                <a:solidFill>
                  <a:srgbClr val="DDE0E7"/>
                </a:solidFill>
                <a:latin typeface="Arial"/>
                <a:ea typeface="Arial"/>
                <a:cs typeface="Arial"/>
              </a:defRPr>
            </a:lvl7pPr>
            <a:lvl8pPr>
              <a:defRPr sz="3000" b="0">
                <a:solidFill>
                  <a:srgbClr val="DDE0E7"/>
                </a:solidFill>
                <a:latin typeface="Arial"/>
                <a:ea typeface="Arial"/>
                <a:cs typeface="Arial"/>
              </a:defRPr>
            </a:lvl8pPr>
            <a:lvl9pPr>
              <a:defRPr sz="3000" b="0">
                <a:solidFill>
                  <a:srgbClr val="DDE0E7"/>
                </a:solidFill>
                <a:latin typeface="Arial"/>
                <a:ea typeface="Arial"/>
                <a:cs typeface="Arial"/>
              </a:defRPr>
            </a:lvl9pPr>
          </a:lstStyle>
          <a:p xmlns:a="http://schemas.openxmlformats.org/drawingml/2006/main">
            <a:pPr>
              <a:defRPr sz="3000" b="0">
                <a:solidFill>
                  <a:srgbClr val="DDE0E7"/>
                </a:solidFill>
                <a:latin typeface="Arial"/>
                <a:ea typeface="Arial"/>
                <a:cs typeface="Arial"/>
              </a:defRPr>
            </a:pPr>
            <a:r>
              <a:rPr sz="3000" b="0">
                <a:solidFill>
                  <a:srgbClr val="DDE0E7"/>
                </a:solidFill>
                <a:latin typeface="Arial"/>
                <a:ea typeface="Arial"/>
                <a:cs typeface="Arial"/>
              </a:rPr>
              <a:t>Решение инженера</a:t>
            </a:r>
          </a:p>
          <a:p xmlns:a="http://schemas.openxmlformats.org/drawingml/2006/main">
            <a:pPr>
              <a:defRPr sz="3000" b="0">
                <a:solidFill>
                  <a:srgbClr val="DDE0E7"/>
                </a:solidFill>
                <a:latin typeface="Arial"/>
                <a:ea typeface="Arial"/>
                <a:cs typeface="Arial"/>
              </a:defRPr>
            </a:pPr>
            <a:r>
              <a:rPr sz="3000" b="0">
                <a:solidFill>
                  <a:srgbClr val="DDE0E7"/>
                </a:solidFill>
                <a:latin typeface="Arial"/>
                <a:ea typeface="Arial"/>
                <a:cs typeface="Arial"/>
              </a:rPr>
              <a:t>по состоянию насоса ТЭС</a:t>
            </a:r>
          </a:p>
        </p:txBody>
      </p:sp>
      <p:sp>
        <p:nvSpPr>
          <p:cNvPr id="4" name="Предупреждение, проверка оснований&#10;и подготов">
            <a:extLst xmlns:a="http://schemas.openxmlformats.org/drawingml/2006/main">
              <a:ext uri="{FF2B5EF4-FFF2-40B4-BE49-F238E27FC236}">
                <a16:creationId xmlns:a16="http://schemas.microsoft.com/office/drawing/2014/main" id="{F2DCF97B-628F-42D2-B60B-7118B9674F9B}"/>
              </a:ext>
            </a:extLst>
          </p:cNvPr>
          <p:cNvSpPr>
            <a:spLocks xmlns:a="http://schemas.openxmlformats.org/drawingml/2006/main" noGrp="1"/>
          </p:cNvSpPr>
          <p:nvPr/>
        </p:nvSpPr>
        <p:spPr>
          <a:xfrm xmlns:a="http://schemas.openxmlformats.org/drawingml/2006/main">
            <a:off x="781050" y="457200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6ABB8"/>
                </a:solidFill>
                <a:latin typeface="Arial"/>
                <a:ea typeface="Arial"/>
                <a:cs typeface="Arial"/>
              </a:defRPr>
            </a:defPPr>
            <a:lvl1pPr>
              <a:defRPr sz="1950" b="0">
                <a:solidFill>
                  <a:srgbClr val="A6ABB8"/>
                </a:solidFill>
                <a:latin typeface="Arial"/>
                <a:ea typeface="Arial"/>
                <a:cs typeface="Arial"/>
              </a:defRPr>
            </a:lvl1pPr>
            <a:lvl2pPr>
              <a:defRPr sz="1950" b="0">
                <a:solidFill>
                  <a:srgbClr val="A6ABB8"/>
                </a:solidFill>
                <a:latin typeface="Arial"/>
                <a:ea typeface="Arial"/>
                <a:cs typeface="Arial"/>
              </a:defRPr>
            </a:lvl2pPr>
            <a:lvl3pPr>
              <a:defRPr sz="1950" b="0">
                <a:solidFill>
                  <a:srgbClr val="A6ABB8"/>
                </a:solidFill>
                <a:latin typeface="Arial"/>
                <a:ea typeface="Arial"/>
                <a:cs typeface="Arial"/>
              </a:defRPr>
            </a:lvl3pPr>
            <a:lvl4pPr>
              <a:defRPr sz="1950" b="0">
                <a:solidFill>
                  <a:srgbClr val="A6ABB8"/>
                </a:solidFill>
                <a:latin typeface="Arial"/>
                <a:ea typeface="Arial"/>
                <a:cs typeface="Arial"/>
              </a:defRPr>
            </a:lvl4pPr>
            <a:lvl5pPr>
              <a:defRPr sz="1950" b="0">
                <a:solidFill>
                  <a:srgbClr val="A6ABB8"/>
                </a:solidFill>
                <a:latin typeface="Arial"/>
                <a:ea typeface="Arial"/>
                <a:cs typeface="Arial"/>
              </a:defRPr>
            </a:lvl5pPr>
            <a:lvl6pPr>
              <a:defRPr sz="1950" b="0">
                <a:solidFill>
                  <a:srgbClr val="A6ABB8"/>
                </a:solidFill>
                <a:latin typeface="Arial"/>
                <a:ea typeface="Arial"/>
                <a:cs typeface="Arial"/>
              </a:defRPr>
            </a:lvl6pPr>
            <a:lvl7pPr>
              <a:defRPr sz="1950" b="0">
                <a:solidFill>
                  <a:srgbClr val="A6ABB8"/>
                </a:solidFill>
                <a:latin typeface="Arial"/>
                <a:ea typeface="Arial"/>
                <a:cs typeface="Arial"/>
              </a:defRPr>
            </a:lvl7pPr>
            <a:lvl8pPr>
              <a:defRPr sz="1950" b="0">
                <a:solidFill>
                  <a:srgbClr val="A6ABB8"/>
                </a:solidFill>
                <a:latin typeface="Arial"/>
                <a:ea typeface="Arial"/>
                <a:cs typeface="Arial"/>
              </a:defRPr>
            </a:lvl8pPr>
            <a:lvl9pPr>
              <a:defRPr sz="1950" b="0">
                <a:solidFill>
                  <a:srgbClr val="A6ABB8"/>
                </a:solidFill>
                <a:latin typeface="Arial"/>
                <a:ea typeface="Arial"/>
                <a:cs typeface="Arial"/>
              </a:defRPr>
            </a:lvl9pPr>
          </a:lstStyle>
          <a:p xmlns:a="http://schemas.openxmlformats.org/drawingml/2006/main">
            <a:pPr>
              <a:defRPr sz="1950" b="0">
                <a:solidFill>
                  <a:srgbClr val="A6ABB8"/>
                </a:solidFill>
                <a:latin typeface="Arial"/>
                <a:ea typeface="Arial"/>
                <a:cs typeface="Arial"/>
              </a:defRPr>
            </a:pPr>
            <a:r>
              <a:rPr sz="1950" b="0">
                <a:solidFill>
                  <a:srgbClr val="A6ABB8"/>
                </a:solidFill>
                <a:latin typeface="Arial"/>
                <a:ea typeface="Arial"/>
                <a:cs typeface="Arial"/>
              </a:rPr>
              <a:t>Предупреждение, проверка оснований</a:t>
            </a:r>
          </a:p>
          <a:p xmlns:a="http://schemas.openxmlformats.org/drawingml/2006/main">
            <a:pPr>
              <a:defRPr sz="1950" b="0">
                <a:solidFill>
                  <a:srgbClr val="A6ABB8"/>
                </a:solidFill>
                <a:latin typeface="Arial"/>
                <a:ea typeface="Arial"/>
                <a:cs typeface="Arial"/>
              </a:defRPr>
            </a:pPr>
            <a:r>
              <a:rPr sz="1950" b="0">
                <a:solidFill>
                  <a:srgbClr val="A6ABB8"/>
                </a:solidFill>
                <a:latin typeface="Arial"/>
                <a:ea typeface="Arial"/>
                <a:cs typeface="Arial"/>
              </a:rPr>
              <a:t>и подготовка обслуживания</a:t>
            </a:r>
          </a:p>
        </p:txBody>
      </p:sp>
      <p:pic>
        <p:nvPicPr>
          <p:cNvPr id="5" name="">
            <a:extLst xmlns:a="http://schemas.openxmlformats.org/drawingml/2006/main">
              <a:ext uri="{FF2B5EF4-FFF2-40B4-BE49-F238E27FC236}">
                <a16:creationId xmlns:a16="http://schemas.microsoft.com/office/drawing/2014/main" id="{EDC96058-7001-4170-9F8B-31B096A87C9D}"/>
              </a:ext>
            </a:extLst>
          </p:cNvPr>
          <p:cNvPicPr>
            <a:picLocks xmlns:a="http://schemas.openxmlformats.org/drawingml/2006/main" noChangeAspect="1"/>
          </p:cNvPicPr>
          <p:nvPr/>
        </p:nvPicPr>
        <p:blipFill>
          <a:blip xmlns:r="http://schemas.openxmlformats.org/officeDocument/2006/relationships" xmlns:a="http://schemas.openxmlformats.org/drawingml/2006/main" r:embed="Rf5f90fb8be054adb"/>
          <a:stretch xmlns:a="http://schemas.openxmlformats.org/drawingml/2006/main"/>
        </p:blipFill>
        <p:spPr>
          <a:xfrm xmlns:a="http://schemas.openxmlformats.org/drawingml/2006/main">
            <a:off x="7296150" y="1485900"/>
            <a:ext cx="3667125" cy="3667125"/>
          </a:xfrm>
          <a:prstGeom xmlns:a="http://schemas.openxmlformats.org/drawingml/2006/main" prst="rect">
            <a:avLst/>
          </a:prstGeom>
        </p:spPr>
      </p:pic>
      <p:sp>
        <p:nvSpPr>
          <p:cNvPr id="6" name="Учебный прототип. Показания и расчёты вымышле">
            <a:extLst xmlns:a="http://schemas.openxmlformats.org/drawingml/2006/main">
              <a:ext uri="{FF2B5EF4-FFF2-40B4-BE49-F238E27FC236}">
                <a16:creationId xmlns:a16="http://schemas.microsoft.com/office/drawing/2014/main" id="{BF0D4360-840B-4B37-A141-5FCACB2DC491}"/>
              </a:ext>
            </a:extLst>
          </p:cNvPr>
          <p:cNvSpPr>
            <a:spLocks xmlns:a="http://schemas.openxmlformats.org/drawingml/2006/main" noGrp="1"/>
          </p:cNvSpPr>
          <p:nvPr/>
        </p:nvSpPr>
        <p:spPr>
          <a:xfrm xmlns:a="http://schemas.openxmlformats.org/drawingml/2006/main">
            <a:off x="781050" y="57721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EE6C9"/>
                </a:solidFill>
                <a:latin typeface="Arial"/>
                <a:ea typeface="Arial"/>
                <a:cs typeface="Arial"/>
              </a:defRPr>
            </a:defPPr>
            <a:lvl1pPr>
              <a:defRPr sz="1500" b="0">
                <a:solidFill>
                  <a:srgbClr val="2EE6C9"/>
                </a:solidFill>
                <a:latin typeface="Arial"/>
                <a:ea typeface="Arial"/>
                <a:cs typeface="Arial"/>
              </a:defRPr>
            </a:lvl1pPr>
            <a:lvl2pPr>
              <a:defRPr sz="1500" b="0">
                <a:solidFill>
                  <a:srgbClr val="2EE6C9"/>
                </a:solidFill>
                <a:latin typeface="Arial"/>
                <a:ea typeface="Arial"/>
                <a:cs typeface="Arial"/>
              </a:defRPr>
            </a:lvl2pPr>
            <a:lvl3pPr>
              <a:defRPr sz="1500" b="0">
                <a:solidFill>
                  <a:srgbClr val="2EE6C9"/>
                </a:solidFill>
                <a:latin typeface="Arial"/>
                <a:ea typeface="Arial"/>
                <a:cs typeface="Arial"/>
              </a:defRPr>
            </a:lvl3pPr>
            <a:lvl4pPr>
              <a:defRPr sz="1500" b="0">
                <a:solidFill>
                  <a:srgbClr val="2EE6C9"/>
                </a:solidFill>
                <a:latin typeface="Arial"/>
                <a:ea typeface="Arial"/>
                <a:cs typeface="Arial"/>
              </a:defRPr>
            </a:lvl4pPr>
            <a:lvl5pPr>
              <a:defRPr sz="1500" b="0">
                <a:solidFill>
                  <a:srgbClr val="2EE6C9"/>
                </a:solidFill>
                <a:latin typeface="Arial"/>
                <a:ea typeface="Arial"/>
                <a:cs typeface="Arial"/>
              </a:defRPr>
            </a:lvl5pPr>
            <a:lvl6pPr>
              <a:defRPr sz="1500" b="0">
                <a:solidFill>
                  <a:srgbClr val="2EE6C9"/>
                </a:solidFill>
                <a:latin typeface="Arial"/>
                <a:ea typeface="Arial"/>
                <a:cs typeface="Arial"/>
              </a:defRPr>
            </a:lvl6pPr>
            <a:lvl7pPr>
              <a:defRPr sz="1500" b="0">
                <a:solidFill>
                  <a:srgbClr val="2EE6C9"/>
                </a:solidFill>
                <a:latin typeface="Arial"/>
                <a:ea typeface="Arial"/>
                <a:cs typeface="Arial"/>
              </a:defRPr>
            </a:lvl7pPr>
            <a:lvl8pPr>
              <a:defRPr sz="1500" b="0">
                <a:solidFill>
                  <a:srgbClr val="2EE6C9"/>
                </a:solidFill>
                <a:latin typeface="Arial"/>
                <a:ea typeface="Arial"/>
                <a:cs typeface="Arial"/>
              </a:defRPr>
            </a:lvl8pPr>
            <a:lvl9pPr>
              <a:defRPr sz="1500" b="0">
                <a:solidFill>
                  <a:srgbClr val="2EE6C9"/>
                </a:solidFill>
                <a:latin typeface="Arial"/>
                <a:ea typeface="Arial"/>
                <a:cs typeface="Arial"/>
              </a:defRPr>
            </a:lvl9pPr>
          </a:lstStyle>
          <a:p xmlns:a="http://schemas.openxmlformats.org/drawingml/2006/main">
            <a:pPr>
              <a:defRPr sz="1500" b="0">
                <a:solidFill>
                  <a:srgbClr val="2EE6C9"/>
                </a:solidFill>
                <a:latin typeface="Arial"/>
                <a:ea typeface="Arial"/>
                <a:cs typeface="Arial"/>
              </a:defRPr>
            </a:pPr>
            <a:r>
              <a:rPr sz="1500" b="0">
                <a:solidFill>
                  <a:srgbClr val="2EE6C9"/>
                </a:solidFill>
                <a:latin typeface="Arial"/>
                <a:ea typeface="Arial"/>
                <a:cs typeface="Arial"/>
              </a:rPr>
              <a:t>Учебный прототип. Показания и расчёты вымышлены.</a:t>
            </a:r>
          </a:p>
        </p:txBody>
      </p:sp>
      <p:sp>
        <p:nvSpPr>
          <p:cNvPr id="7" name="Команда «Тензор»  /  25 октября 2026">
            <a:extLst xmlns:a="http://schemas.openxmlformats.org/drawingml/2006/main">
              <a:ext uri="{FF2B5EF4-FFF2-40B4-BE49-F238E27FC236}">
                <a16:creationId xmlns:a16="http://schemas.microsoft.com/office/drawing/2014/main" id="{99F2F19B-1E5D-4F26-B13A-CF5BB0A8FDAC}"/>
              </a:ext>
            </a:extLst>
          </p:cNvPr>
          <p:cNvSpPr>
            <a:spLocks xmlns:a="http://schemas.openxmlformats.org/drawingml/2006/main" noGrp="1"/>
          </p:cNvSpPr>
          <p:nvPr/>
        </p:nvSpPr>
        <p:spPr>
          <a:xfrm xmlns:a="http://schemas.openxmlformats.org/drawingml/2006/main">
            <a:off x="781050" y="62103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A7F8E"/>
                </a:solidFill>
                <a:latin typeface="Arial"/>
                <a:ea typeface="Arial"/>
                <a:cs typeface="Arial"/>
              </a:defRPr>
            </a:defPPr>
            <a:lvl1pPr>
              <a:defRPr sz="1200" b="0">
                <a:solidFill>
                  <a:srgbClr val="7A7F8E"/>
                </a:solidFill>
                <a:latin typeface="Arial"/>
                <a:ea typeface="Arial"/>
                <a:cs typeface="Arial"/>
              </a:defRPr>
            </a:lvl1pPr>
            <a:lvl2pPr>
              <a:defRPr sz="1200" b="0">
                <a:solidFill>
                  <a:srgbClr val="7A7F8E"/>
                </a:solidFill>
                <a:latin typeface="Arial"/>
                <a:ea typeface="Arial"/>
                <a:cs typeface="Arial"/>
              </a:defRPr>
            </a:lvl2pPr>
            <a:lvl3pPr>
              <a:defRPr sz="1200" b="0">
                <a:solidFill>
                  <a:srgbClr val="7A7F8E"/>
                </a:solidFill>
                <a:latin typeface="Arial"/>
                <a:ea typeface="Arial"/>
                <a:cs typeface="Arial"/>
              </a:defRPr>
            </a:lvl3pPr>
            <a:lvl4pPr>
              <a:defRPr sz="1200" b="0">
                <a:solidFill>
                  <a:srgbClr val="7A7F8E"/>
                </a:solidFill>
                <a:latin typeface="Arial"/>
                <a:ea typeface="Arial"/>
                <a:cs typeface="Arial"/>
              </a:defRPr>
            </a:lvl4pPr>
            <a:lvl5pPr>
              <a:defRPr sz="1200" b="0">
                <a:solidFill>
                  <a:srgbClr val="7A7F8E"/>
                </a:solidFill>
                <a:latin typeface="Arial"/>
                <a:ea typeface="Arial"/>
                <a:cs typeface="Arial"/>
              </a:defRPr>
            </a:lvl5pPr>
            <a:lvl6pPr>
              <a:defRPr sz="1200" b="0">
                <a:solidFill>
                  <a:srgbClr val="7A7F8E"/>
                </a:solidFill>
                <a:latin typeface="Arial"/>
                <a:ea typeface="Arial"/>
                <a:cs typeface="Arial"/>
              </a:defRPr>
            </a:lvl6pPr>
            <a:lvl7pPr>
              <a:defRPr sz="1200" b="0">
                <a:solidFill>
                  <a:srgbClr val="7A7F8E"/>
                </a:solidFill>
                <a:latin typeface="Arial"/>
                <a:ea typeface="Arial"/>
                <a:cs typeface="Arial"/>
              </a:defRPr>
            </a:lvl7pPr>
            <a:lvl8pPr>
              <a:defRPr sz="1200" b="0">
                <a:solidFill>
                  <a:srgbClr val="7A7F8E"/>
                </a:solidFill>
                <a:latin typeface="Arial"/>
                <a:ea typeface="Arial"/>
                <a:cs typeface="Arial"/>
              </a:defRPr>
            </a:lvl8pPr>
            <a:lvl9pPr>
              <a:defRPr sz="1200" b="0">
                <a:solidFill>
                  <a:srgbClr val="7A7F8E"/>
                </a:solidFill>
                <a:latin typeface="Arial"/>
                <a:ea typeface="Arial"/>
                <a:cs typeface="Arial"/>
              </a:defRPr>
            </a:lvl9pPr>
          </a:lstStyle>
          <a:p xmlns:a="http://schemas.openxmlformats.org/drawingml/2006/main">
            <a:pPr>
              <a:defRPr sz="1200" b="0">
                <a:solidFill>
                  <a:srgbClr val="7A7F8E"/>
                </a:solidFill>
                <a:latin typeface="Arial"/>
                <a:ea typeface="Arial"/>
                <a:cs typeface="Arial"/>
              </a:defRPr>
            </a:pPr>
            <a:r>
              <a:rPr sz="1200" b="0">
                <a:solidFill>
                  <a:srgbClr val="7A7F8E"/>
                </a:solidFill>
                <a:latin typeface="Arial"/>
                <a:ea typeface="Arial"/>
                <a:cs typeface="Arial"/>
              </a:rPr>
              <a:t>Команда «Тензор»  /  25 октября 2026</a:t>
            </a:r>
          </a:p>
        </p:txBody>
      </p:sp>
    </p:spTree>
    <p:extLst>
      <p:ext uri="{BB962C8B-B14F-4D97-AF65-F5344CB8AC3E}">
        <p14:creationId xmlns:p14="http://schemas.microsoft.com/office/powerpoint/2010/main" val="2000"/>
      </p:ext>
    </p:extLst>
  </p:cSld>
</p:sld>
</file>

<file path=ppt/slides/slide2.xml><?xml version="1.0" encoding="utf-8"?>
<p:sld xmlns:p="http://schemas.openxmlformats.org/presentationml/2006/main">
  <p:cSld>
    <p:bg>
      <p:bgPr>
        <a:blipFill xmlns:a="http://schemas.openxmlformats.org/drawingml/2006/main" rotWithShape="1">
          <a:blip xmlns:r="http://schemas.openxmlformats.org/officeDocument/2006/relationships" r:embed="Rd91aab5fcd0a4f26">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ПРОБЛЕМА И БИЗНЕС</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Сигнал должен приводить к решению</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2</a:t>
            </a:r>
            <a:endParaRPr sz="1100"/>
          </a:p>
        </p:txBody>
      </p:sp>
      <p:sp>
        <p:nvSpPr>
          <p:cNvPr id="17" name="Работа инженера">
            <a:extLst xmlns:a="http://schemas.openxmlformats.org/drawingml/2006/main">
              <a:ext uri="{FF2B5EF4-FFF2-40B4-BE49-F238E27FC236}">
                <a16:creationId xmlns:a16="http://schemas.microsoft.com/office/drawing/2014/main" id="{CCCA812F-2617-4FF6-9A2D-F4E3ECE04391}"/>
              </a:ext>
            </a:extLst>
          </p:cNvPr>
          <p:cNvSpPr>
            <a:spLocks xmlns:a="http://schemas.openxmlformats.org/drawingml/2006/main" noGrp="1"/>
          </p:cNvSpPr>
          <p:nvPr/>
        </p:nvSpPr>
        <p:spPr>
          <a:xfrm xmlns:a="http://schemas.openxmlformats.org/drawingml/2006/main">
            <a:off x="781050" y="18192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EE6C9"/>
                </a:solidFill>
                <a:latin typeface="Arial"/>
                <a:ea typeface="Arial"/>
                <a:cs typeface="Arial"/>
              </a:defRPr>
            </a:defPPr>
            <a:lvl1pPr>
              <a:defRPr sz="2025" b="1">
                <a:solidFill>
                  <a:srgbClr val="2EE6C9"/>
                </a:solidFill>
                <a:latin typeface="Arial"/>
                <a:ea typeface="Arial"/>
                <a:cs typeface="Arial"/>
              </a:defRPr>
            </a:lvl1pPr>
            <a:lvl2pPr>
              <a:defRPr sz="2025" b="1">
                <a:solidFill>
                  <a:srgbClr val="2EE6C9"/>
                </a:solidFill>
                <a:latin typeface="Arial"/>
                <a:ea typeface="Arial"/>
                <a:cs typeface="Arial"/>
              </a:defRPr>
            </a:lvl2pPr>
            <a:lvl3pPr>
              <a:defRPr sz="2025" b="1">
                <a:solidFill>
                  <a:srgbClr val="2EE6C9"/>
                </a:solidFill>
                <a:latin typeface="Arial"/>
                <a:ea typeface="Arial"/>
                <a:cs typeface="Arial"/>
              </a:defRPr>
            </a:lvl3pPr>
            <a:lvl4pPr>
              <a:defRPr sz="2025" b="1">
                <a:solidFill>
                  <a:srgbClr val="2EE6C9"/>
                </a:solidFill>
                <a:latin typeface="Arial"/>
                <a:ea typeface="Arial"/>
                <a:cs typeface="Arial"/>
              </a:defRPr>
            </a:lvl4pPr>
            <a:lvl5pPr>
              <a:defRPr sz="2025" b="1">
                <a:solidFill>
                  <a:srgbClr val="2EE6C9"/>
                </a:solidFill>
                <a:latin typeface="Arial"/>
                <a:ea typeface="Arial"/>
                <a:cs typeface="Arial"/>
              </a:defRPr>
            </a:lvl5pPr>
            <a:lvl6pPr>
              <a:defRPr sz="2025" b="1">
                <a:solidFill>
                  <a:srgbClr val="2EE6C9"/>
                </a:solidFill>
                <a:latin typeface="Arial"/>
                <a:ea typeface="Arial"/>
                <a:cs typeface="Arial"/>
              </a:defRPr>
            </a:lvl6pPr>
            <a:lvl7pPr>
              <a:defRPr sz="2025" b="1">
                <a:solidFill>
                  <a:srgbClr val="2EE6C9"/>
                </a:solidFill>
                <a:latin typeface="Arial"/>
                <a:ea typeface="Arial"/>
                <a:cs typeface="Arial"/>
              </a:defRPr>
            </a:lvl7pPr>
            <a:lvl8pPr>
              <a:defRPr sz="2025" b="1">
                <a:solidFill>
                  <a:srgbClr val="2EE6C9"/>
                </a:solidFill>
                <a:latin typeface="Arial"/>
                <a:ea typeface="Arial"/>
                <a:cs typeface="Arial"/>
              </a:defRPr>
            </a:lvl8pPr>
            <a:lvl9pPr>
              <a:defRPr sz="2025" b="1">
                <a:solidFill>
                  <a:srgbClr val="2EE6C9"/>
                </a:solidFill>
                <a:latin typeface="Arial"/>
                <a:ea typeface="Arial"/>
                <a:cs typeface="Arial"/>
              </a:defRPr>
            </a:lvl9pPr>
          </a:lstStyle>
          <a:p xmlns:a="http://schemas.openxmlformats.org/drawingml/2006/main">
            <a:pPr>
              <a:defRPr sz="2025" b="1">
                <a:solidFill>
                  <a:srgbClr val="2EE6C9"/>
                </a:solidFill>
                <a:latin typeface="Arial"/>
                <a:ea typeface="Arial"/>
                <a:cs typeface="Arial"/>
              </a:defRPr>
            </a:pPr>
            <a:r>
              <a:rPr sz="2025" b="1">
                <a:solidFill>
                  <a:srgbClr val="2EE6C9"/>
                </a:solidFill>
                <a:latin typeface="Arial"/>
                <a:ea typeface="Arial"/>
                <a:cs typeface="Arial"/>
              </a:rPr>
              <a:t>Работа инженера</a:t>
            </a:r>
          </a:p>
        </p:txBody>
      </p:sp>
      <p:sp>
        <p:nvSpPr>
          <p:cNvPr id="18" name="Сопоставить показания, понять возможную причи">
            <a:extLst xmlns:a="http://schemas.openxmlformats.org/drawingml/2006/main">
              <a:ext uri="{FF2B5EF4-FFF2-40B4-BE49-F238E27FC236}">
                <a16:creationId xmlns:a16="http://schemas.microsoft.com/office/drawing/2014/main" id="{DBC46D98-687A-45B9-8432-A80381726811}"/>
              </a:ext>
            </a:extLst>
          </p:cNvPr>
          <p:cNvSpPr>
            <a:spLocks xmlns:a="http://schemas.openxmlformats.org/drawingml/2006/main" noGrp="1"/>
          </p:cNvSpPr>
          <p:nvPr/>
        </p:nvSpPr>
        <p:spPr>
          <a:xfrm xmlns:a="http://schemas.openxmlformats.org/drawingml/2006/main">
            <a:off x="781050" y="2362200"/>
            <a:ext cx="48577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3F4F7"/>
                </a:solidFill>
                <a:latin typeface="Arial"/>
                <a:ea typeface="Arial"/>
                <a:cs typeface="Arial"/>
              </a:defRPr>
            </a:defPPr>
            <a:lvl1pPr>
              <a:defRPr sz="2400" b="0">
                <a:solidFill>
                  <a:srgbClr val="F3F4F7"/>
                </a:solidFill>
                <a:latin typeface="Arial"/>
                <a:ea typeface="Arial"/>
                <a:cs typeface="Arial"/>
              </a:defRPr>
            </a:lvl1pPr>
            <a:lvl2pPr>
              <a:defRPr sz="2400" b="0">
                <a:solidFill>
                  <a:srgbClr val="F3F4F7"/>
                </a:solidFill>
                <a:latin typeface="Arial"/>
                <a:ea typeface="Arial"/>
                <a:cs typeface="Arial"/>
              </a:defRPr>
            </a:lvl2pPr>
            <a:lvl3pPr>
              <a:defRPr sz="2400" b="0">
                <a:solidFill>
                  <a:srgbClr val="F3F4F7"/>
                </a:solidFill>
                <a:latin typeface="Arial"/>
                <a:ea typeface="Arial"/>
                <a:cs typeface="Arial"/>
              </a:defRPr>
            </a:lvl3pPr>
            <a:lvl4pPr>
              <a:defRPr sz="2400" b="0">
                <a:solidFill>
                  <a:srgbClr val="F3F4F7"/>
                </a:solidFill>
                <a:latin typeface="Arial"/>
                <a:ea typeface="Arial"/>
                <a:cs typeface="Arial"/>
              </a:defRPr>
            </a:lvl4pPr>
            <a:lvl5pPr>
              <a:defRPr sz="2400" b="0">
                <a:solidFill>
                  <a:srgbClr val="F3F4F7"/>
                </a:solidFill>
                <a:latin typeface="Arial"/>
                <a:ea typeface="Arial"/>
                <a:cs typeface="Arial"/>
              </a:defRPr>
            </a:lvl5pPr>
            <a:lvl6pPr>
              <a:defRPr sz="2400" b="0">
                <a:solidFill>
                  <a:srgbClr val="F3F4F7"/>
                </a:solidFill>
                <a:latin typeface="Arial"/>
                <a:ea typeface="Arial"/>
                <a:cs typeface="Arial"/>
              </a:defRPr>
            </a:lvl6pPr>
            <a:lvl7pPr>
              <a:defRPr sz="2400" b="0">
                <a:solidFill>
                  <a:srgbClr val="F3F4F7"/>
                </a:solidFill>
                <a:latin typeface="Arial"/>
                <a:ea typeface="Arial"/>
                <a:cs typeface="Arial"/>
              </a:defRPr>
            </a:lvl7pPr>
            <a:lvl8pPr>
              <a:defRPr sz="2400" b="0">
                <a:solidFill>
                  <a:srgbClr val="F3F4F7"/>
                </a:solidFill>
                <a:latin typeface="Arial"/>
                <a:ea typeface="Arial"/>
                <a:cs typeface="Arial"/>
              </a:defRPr>
            </a:lvl8pPr>
            <a:lvl9pPr>
              <a:defRPr sz="2400" b="0">
                <a:solidFill>
                  <a:srgbClr val="F3F4F7"/>
                </a:solidFill>
                <a:latin typeface="Arial"/>
                <a:ea typeface="Arial"/>
                <a:cs typeface="Arial"/>
              </a:defRPr>
            </a:lvl9pPr>
          </a:lstStyle>
          <a:p xmlns:a="http://schemas.openxmlformats.org/drawingml/2006/main">
            <a:pPr>
              <a:defRPr sz="2400" b="0">
                <a:solidFill>
                  <a:srgbClr val="F3F4F7"/>
                </a:solidFill>
                <a:latin typeface="Arial"/>
                <a:ea typeface="Arial"/>
                <a:cs typeface="Arial"/>
              </a:defRPr>
            </a:pPr>
            <a:r>
              <a:rPr sz="2400" b="0">
                <a:solidFill>
                  <a:srgbClr val="F3F4F7"/>
                </a:solidFill>
                <a:latin typeface="Arial"/>
                <a:ea typeface="Arial"/>
                <a:cs typeface="Arial"/>
              </a:rPr>
              <a:t>Сопоставить показания, понять возможную причину и обосновать следующий шаг.</a:t>
            </a:r>
          </a:p>
        </p:txBody>
      </p:sp>
      <p:sp>
        <p:nvSpPr>
          <p:cNvPr id="19" name="Гипотеза проблемы: контекст сигнала теряется ">
            <a:extLst xmlns:a="http://schemas.openxmlformats.org/drawingml/2006/main">
              <a:ext uri="{FF2B5EF4-FFF2-40B4-BE49-F238E27FC236}">
                <a16:creationId xmlns:a16="http://schemas.microsoft.com/office/drawing/2014/main" id="{CC106C1C-A1CB-485B-A55C-2A1AB3CABFA9}"/>
              </a:ext>
            </a:extLst>
          </p:cNvPr>
          <p:cNvSpPr>
            <a:spLocks xmlns:a="http://schemas.openxmlformats.org/drawingml/2006/main" noGrp="1"/>
          </p:cNvSpPr>
          <p:nvPr/>
        </p:nvSpPr>
        <p:spPr>
          <a:xfrm xmlns:a="http://schemas.openxmlformats.org/drawingml/2006/main">
            <a:off x="781050" y="4114800"/>
            <a:ext cx="4857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DDE0E7"/>
                </a:solidFill>
                <a:latin typeface="Arial"/>
                <a:ea typeface="Arial"/>
                <a:cs typeface="Arial"/>
              </a:defRPr>
            </a:defPPr>
            <a:lvl1pPr>
              <a:defRPr sz="1800" b="0">
                <a:solidFill>
                  <a:srgbClr val="DDE0E7"/>
                </a:solidFill>
                <a:latin typeface="Arial"/>
                <a:ea typeface="Arial"/>
                <a:cs typeface="Arial"/>
              </a:defRPr>
            </a:lvl1pPr>
            <a:lvl2pPr>
              <a:defRPr sz="1800" b="0">
                <a:solidFill>
                  <a:srgbClr val="DDE0E7"/>
                </a:solidFill>
                <a:latin typeface="Arial"/>
                <a:ea typeface="Arial"/>
                <a:cs typeface="Arial"/>
              </a:defRPr>
            </a:lvl2pPr>
            <a:lvl3pPr>
              <a:defRPr sz="1800" b="0">
                <a:solidFill>
                  <a:srgbClr val="DDE0E7"/>
                </a:solidFill>
                <a:latin typeface="Arial"/>
                <a:ea typeface="Arial"/>
                <a:cs typeface="Arial"/>
              </a:defRPr>
            </a:lvl3pPr>
            <a:lvl4pPr>
              <a:defRPr sz="1800" b="0">
                <a:solidFill>
                  <a:srgbClr val="DDE0E7"/>
                </a:solidFill>
                <a:latin typeface="Arial"/>
                <a:ea typeface="Arial"/>
                <a:cs typeface="Arial"/>
              </a:defRPr>
            </a:lvl4pPr>
            <a:lvl5pPr>
              <a:defRPr sz="1800" b="0">
                <a:solidFill>
                  <a:srgbClr val="DDE0E7"/>
                </a:solidFill>
                <a:latin typeface="Arial"/>
                <a:ea typeface="Arial"/>
                <a:cs typeface="Arial"/>
              </a:defRPr>
            </a:lvl5pPr>
            <a:lvl6pPr>
              <a:defRPr sz="1800" b="0">
                <a:solidFill>
                  <a:srgbClr val="DDE0E7"/>
                </a:solidFill>
                <a:latin typeface="Arial"/>
                <a:ea typeface="Arial"/>
                <a:cs typeface="Arial"/>
              </a:defRPr>
            </a:lvl6pPr>
            <a:lvl7pPr>
              <a:defRPr sz="1800" b="0">
                <a:solidFill>
                  <a:srgbClr val="DDE0E7"/>
                </a:solidFill>
                <a:latin typeface="Arial"/>
                <a:ea typeface="Arial"/>
                <a:cs typeface="Arial"/>
              </a:defRPr>
            </a:lvl7pPr>
            <a:lvl8pPr>
              <a:defRPr sz="1800" b="0">
                <a:solidFill>
                  <a:srgbClr val="DDE0E7"/>
                </a:solidFill>
                <a:latin typeface="Arial"/>
                <a:ea typeface="Arial"/>
                <a:cs typeface="Arial"/>
              </a:defRPr>
            </a:lvl8pPr>
            <a:lvl9pPr>
              <a:defRPr sz="1800" b="0">
                <a:solidFill>
                  <a:srgbClr val="DDE0E7"/>
                </a:solidFill>
                <a:latin typeface="Arial"/>
                <a:ea typeface="Arial"/>
                <a:cs typeface="Arial"/>
              </a:defRPr>
            </a:lvl9pPr>
          </a:lstStyle>
          <a:p xmlns:a="http://schemas.openxmlformats.org/drawingml/2006/main">
            <a:pPr>
              <a:defRPr sz="1800" b="0">
                <a:solidFill>
                  <a:srgbClr val="DDE0E7"/>
                </a:solidFill>
                <a:latin typeface="Arial"/>
                <a:ea typeface="Arial"/>
                <a:cs typeface="Arial"/>
              </a:defRPr>
            </a:pPr>
            <a:r>
              <a:rPr sz="1800" b="0">
                <a:solidFill>
                  <a:srgbClr val="DDE0E7"/>
                </a:solidFill>
                <a:latin typeface="Arial"/>
                <a:ea typeface="Arial"/>
                <a:cs typeface="Arial"/>
              </a:rPr>
              <a:t>Гипотеза проблемы: контекст сигнала теряется между наблюдением, диагностикой и заданием на работы.</a:t>
            </a:r>
          </a:p>
        </p:txBody>
      </p:sp>
      <p:sp>
        <p:nvSpPr>
          <p:cNvPr id="20" name="Клиент и оплата">
            <a:extLst xmlns:a="http://schemas.openxmlformats.org/drawingml/2006/main">
              <a:ext uri="{FF2B5EF4-FFF2-40B4-BE49-F238E27FC236}">
                <a16:creationId xmlns:a16="http://schemas.microsoft.com/office/drawing/2014/main" id="{D01A3238-AEEA-4657-947F-0FD5C534BDA4}"/>
              </a:ext>
            </a:extLst>
          </p:cNvPr>
          <p:cNvSpPr>
            <a:spLocks xmlns:a="http://schemas.openxmlformats.org/drawingml/2006/main" noGrp="1"/>
          </p:cNvSpPr>
          <p:nvPr/>
        </p:nvSpPr>
        <p:spPr>
          <a:xfrm xmlns:a="http://schemas.openxmlformats.org/drawingml/2006/main">
            <a:off x="6305550" y="18192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8A1FF"/>
                </a:solidFill>
                <a:latin typeface="Arial"/>
                <a:ea typeface="Arial"/>
                <a:cs typeface="Arial"/>
              </a:defRPr>
            </a:defPPr>
            <a:lvl1pPr>
              <a:defRPr sz="2025" b="1">
                <a:solidFill>
                  <a:srgbClr val="B8A1FF"/>
                </a:solidFill>
                <a:latin typeface="Arial"/>
                <a:ea typeface="Arial"/>
                <a:cs typeface="Arial"/>
              </a:defRPr>
            </a:lvl1pPr>
            <a:lvl2pPr>
              <a:defRPr sz="2025" b="1">
                <a:solidFill>
                  <a:srgbClr val="B8A1FF"/>
                </a:solidFill>
                <a:latin typeface="Arial"/>
                <a:ea typeface="Arial"/>
                <a:cs typeface="Arial"/>
              </a:defRPr>
            </a:lvl2pPr>
            <a:lvl3pPr>
              <a:defRPr sz="2025" b="1">
                <a:solidFill>
                  <a:srgbClr val="B8A1FF"/>
                </a:solidFill>
                <a:latin typeface="Arial"/>
                <a:ea typeface="Arial"/>
                <a:cs typeface="Arial"/>
              </a:defRPr>
            </a:lvl3pPr>
            <a:lvl4pPr>
              <a:defRPr sz="2025" b="1">
                <a:solidFill>
                  <a:srgbClr val="B8A1FF"/>
                </a:solidFill>
                <a:latin typeface="Arial"/>
                <a:ea typeface="Arial"/>
                <a:cs typeface="Arial"/>
              </a:defRPr>
            </a:lvl4pPr>
            <a:lvl5pPr>
              <a:defRPr sz="2025" b="1">
                <a:solidFill>
                  <a:srgbClr val="B8A1FF"/>
                </a:solidFill>
                <a:latin typeface="Arial"/>
                <a:ea typeface="Arial"/>
                <a:cs typeface="Arial"/>
              </a:defRPr>
            </a:lvl5pPr>
            <a:lvl6pPr>
              <a:defRPr sz="2025" b="1">
                <a:solidFill>
                  <a:srgbClr val="B8A1FF"/>
                </a:solidFill>
                <a:latin typeface="Arial"/>
                <a:ea typeface="Arial"/>
                <a:cs typeface="Arial"/>
              </a:defRPr>
            </a:lvl6pPr>
            <a:lvl7pPr>
              <a:defRPr sz="2025" b="1">
                <a:solidFill>
                  <a:srgbClr val="B8A1FF"/>
                </a:solidFill>
                <a:latin typeface="Arial"/>
                <a:ea typeface="Arial"/>
                <a:cs typeface="Arial"/>
              </a:defRPr>
            </a:lvl7pPr>
            <a:lvl8pPr>
              <a:defRPr sz="2025" b="1">
                <a:solidFill>
                  <a:srgbClr val="B8A1FF"/>
                </a:solidFill>
                <a:latin typeface="Arial"/>
                <a:ea typeface="Arial"/>
                <a:cs typeface="Arial"/>
              </a:defRPr>
            </a:lvl8pPr>
            <a:lvl9pPr>
              <a:defRPr sz="2025" b="1">
                <a:solidFill>
                  <a:srgbClr val="B8A1FF"/>
                </a:solidFill>
                <a:latin typeface="Arial"/>
                <a:ea typeface="Arial"/>
                <a:cs typeface="Arial"/>
              </a:defRPr>
            </a:lvl9pPr>
          </a:lstStyle>
          <a:p xmlns:a="http://schemas.openxmlformats.org/drawingml/2006/main">
            <a:pPr>
              <a:defRPr sz="2025" b="1">
                <a:solidFill>
                  <a:srgbClr val="B8A1FF"/>
                </a:solidFill>
                <a:latin typeface="Arial"/>
                <a:ea typeface="Arial"/>
                <a:cs typeface="Arial"/>
              </a:defRPr>
            </a:pPr>
            <a:r>
              <a:rPr sz="2025" b="1">
                <a:solidFill>
                  <a:srgbClr val="B8A1FF"/>
                </a:solidFill>
                <a:latin typeface="Arial"/>
                <a:ea typeface="Arial"/>
                <a:cs typeface="Arial"/>
              </a:rPr>
              <a:t>Клиент и оплата</a:t>
            </a:r>
          </a:p>
        </p:txBody>
      </p:sp>
      <p:sp>
        <p:nvSpPr>
          <p:cNvPr id="21" name="ТЭС с регулярным контролем оборудования. Поль">
            <a:extLst xmlns:a="http://schemas.openxmlformats.org/drawingml/2006/main">
              <a:ext uri="{FF2B5EF4-FFF2-40B4-BE49-F238E27FC236}">
                <a16:creationId xmlns:a16="http://schemas.microsoft.com/office/drawing/2014/main" id="{997B7DE1-4990-44EF-9402-0D2F652B4DFF}"/>
              </a:ext>
            </a:extLst>
          </p:cNvPr>
          <p:cNvSpPr>
            <a:spLocks xmlns:a="http://schemas.openxmlformats.org/drawingml/2006/main" noGrp="1"/>
          </p:cNvSpPr>
          <p:nvPr/>
        </p:nvSpPr>
        <p:spPr>
          <a:xfrm xmlns:a="http://schemas.openxmlformats.org/drawingml/2006/main">
            <a:off x="6305550" y="2381250"/>
            <a:ext cx="5048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3F4F7"/>
                </a:solidFill>
                <a:latin typeface="Arial"/>
                <a:ea typeface="Arial"/>
                <a:cs typeface="Arial"/>
              </a:defRPr>
            </a:defPPr>
            <a:lvl1pPr>
              <a:defRPr sz="1950" b="0">
                <a:solidFill>
                  <a:srgbClr val="F3F4F7"/>
                </a:solidFill>
                <a:latin typeface="Arial"/>
                <a:ea typeface="Arial"/>
                <a:cs typeface="Arial"/>
              </a:defRPr>
            </a:lvl1pPr>
            <a:lvl2pPr>
              <a:defRPr sz="1950" b="0">
                <a:solidFill>
                  <a:srgbClr val="F3F4F7"/>
                </a:solidFill>
                <a:latin typeface="Arial"/>
                <a:ea typeface="Arial"/>
                <a:cs typeface="Arial"/>
              </a:defRPr>
            </a:lvl2pPr>
            <a:lvl3pPr>
              <a:defRPr sz="1950" b="0">
                <a:solidFill>
                  <a:srgbClr val="F3F4F7"/>
                </a:solidFill>
                <a:latin typeface="Arial"/>
                <a:ea typeface="Arial"/>
                <a:cs typeface="Arial"/>
              </a:defRPr>
            </a:lvl3pPr>
            <a:lvl4pPr>
              <a:defRPr sz="1950" b="0">
                <a:solidFill>
                  <a:srgbClr val="F3F4F7"/>
                </a:solidFill>
                <a:latin typeface="Arial"/>
                <a:ea typeface="Arial"/>
                <a:cs typeface="Arial"/>
              </a:defRPr>
            </a:lvl4pPr>
            <a:lvl5pPr>
              <a:defRPr sz="1950" b="0">
                <a:solidFill>
                  <a:srgbClr val="F3F4F7"/>
                </a:solidFill>
                <a:latin typeface="Arial"/>
                <a:ea typeface="Arial"/>
                <a:cs typeface="Arial"/>
              </a:defRPr>
            </a:lvl5pPr>
            <a:lvl6pPr>
              <a:defRPr sz="1950" b="0">
                <a:solidFill>
                  <a:srgbClr val="F3F4F7"/>
                </a:solidFill>
                <a:latin typeface="Arial"/>
                <a:ea typeface="Arial"/>
                <a:cs typeface="Arial"/>
              </a:defRPr>
            </a:lvl6pPr>
            <a:lvl7pPr>
              <a:defRPr sz="1950" b="0">
                <a:solidFill>
                  <a:srgbClr val="F3F4F7"/>
                </a:solidFill>
                <a:latin typeface="Arial"/>
                <a:ea typeface="Arial"/>
                <a:cs typeface="Arial"/>
              </a:defRPr>
            </a:lvl7pPr>
            <a:lvl8pPr>
              <a:defRPr sz="1950" b="0">
                <a:solidFill>
                  <a:srgbClr val="F3F4F7"/>
                </a:solidFill>
                <a:latin typeface="Arial"/>
                <a:ea typeface="Arial"/>
                <a:cs typeface="Arial"/>
              </a:defRPr>
            </a:lvl8pPr>
            <a:lvl9pPr>
              <a:defRPr sz="1950" b="0">
                <a:solidFill>
                  <a:srgbClr val="F3F4F7"/>
                </a:solidFill>
                <a:latin typeface="Arial"/>
                <a:ea typeface="Arial"/>
                <a:cs typeface="Arial"/>
              </a:defRPr>
            </a:lvl9pPr>
          </a:lstStyle>
          <a:p xmlns:a="http://schemas.openxmlformats.org/drawingml/2006/main">
            <a:pPr>
              <a:defRPr sz="1950" b="0">
                <a:solidFill>
                  <a:srgbClr val="F3F4F7"/>
                </a:solidFill>
                <a:latin typeface="Arial"/>
                <a:ea typeface="Arial"/>
                <a:cs typeface="Arial"/>
              </a:defRPr>
            </a:pPr>
            <a:r>
              <a:rPr sz="1950" b="0">
                <a:solidFill>
                  <a:srgbClr val="F3F4F7"/>
                </a:solidFill>
                <a:latin typeface="Arial"/>
                <a:ea typeface="Arial"/>
                <a:cs typeface="Arial"/>
              </a:rPr>
              <a:t>ТЭС с регулярным контролем оборудования. Пользователь: инженер станции. Возможный заказчик: технический руководитель.</a:t>
            </a:r>
          </a:p>
        </p:txBody>
      </p:sp>
      <p:sp>
        <p:nvSpPr>
          <p:cNvPr id="22" name="Гипотеза модели: платный пилот на ограниченно">
            <a:extLst xmlns:a="http://schemas.openxmlformats.org/drawingml/2006/main">
              <a:ext uri="{FF2B5EF4-FFF2-40B4-BE49-F238E27FC236}">
                <a16:creationId xmlns:a16="http://schemas.microsoft.com/office/drawing/2014/main" id="{BDE4BA53-CF47-4F56-B220-E28B814A9A60}"/>
              </a:ext>
            </a:extLst>
          </p:cNvPr>
          <p:cNvSpPr>
            <a:spLocks xmlns:a="http://schemas.openxmlformats.org/drawingml/2006/main" noGrp="1"/>
          </p:cNvSpPr>
          <p:nvPr/>
        </p:nvSpPr>
        <p:spPr>
          <a:xfrm xmlns:a="http://schemas.openxmlformats.org/drawingml/2006/main">
            <a:off x="6305550" y="4114800"/>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DE0E7"/>
                </a:solidFill>
                <a:latin typeface="Arial"/>
                <a:ea typeface="Arial"/>
                <a:cs typeface="Arial"/>
              </a:defRPr>
            </a:defPPr>
            <a:lvl1pPr>
              <a:defRPr sz="1875" b="0">
                <a:solidFill>
                  <a:srgbClr val="DDE0E7"/>
                </a:solidFill>
                <a:latin typeface="Arial"/>
                <a:ea typeface="Arial"/>
                <a:cs typeface="Arial"/>
              </a:defRPr>
            </a:lvl1pPr>
            <a:lvl2pPr>
              <a:defRPr sz="1875" b="0">
                <a:solidFill>
                  <a:srgbClr val="DDE0E7"/>
                </a:solidFill>
                <a:latin typeface="Arial"/>
                <a:ea typeface="Arial"/>
                <a:cs typeface="Arial"/>
              </a:defRPr>
            </a:lvl2pPr>
            <a:lvl3pPr>
              <a:defRPr sz="1875" b="0">
                <a:solidFill>
                  <a:srgbClr val="DDE0E7"/>
                </a:solidFill>
                <a:latin typeface="Arial"/>
                <a:ea typeface="Arial"/>
                <a:cs typeface="Arial"/>
              </a:defRPr>
            </a:lvl3pPr>
            <a:lvl4pPr>
              <a:defRPr sz="1875" b="0">
                <a:solidFill>
                  <a:srgbClr val="DDE0E7"/>
                </a:solidFill>
                <a:latin typeface="Arial"/>
                <a:ea typeface="Arial"/>
                <a:cs typeface="Arial"/>
              </a:defRPr>
            </a:lvl4pPr>
            <a:lvl5pPr>
              <a:defRPr sz="1875" b="0">
                <a:solidFill>
                  <a:srgbClr val="DDE0E7"/>
                </a:solidFill>
                <a:latin typeface="Arial"/>
                <a:ea typeface="Arial"/>
                <a:cs typeface="Arial"/>
              </a:defRPr>
            </a:lvl5pPr>
            <a:lvl6pPr>
              <a:defRPr sz="1875" b="0">
                <a:solidFill>
                  <a:srgbClr val="DDE0E7"/>
                </a:solidFill>
                <a:latin typeface="Arial"/>
                <a:ea typeface="Arial"/>
                <a:cs typeface="Arial"/>
              </a:defRPr>
            </a:lvl6pPr>
            <a:lvl7pPr>
              <a:defRPr sz="1875" b="0">
                <a:solidFill>
                  <a:srgbClr val="DDE0E7"/>
                </a:solidFill>
                <a:latin typeface="Arial"/>
                <a:ea typeface="Arial"/>
                <a:cs typeface="Arial"/>
              </a:defRPr>
            </a:lvl7pPr>
            <a:lvl8pPr>
              <a:defRPr sz="1875" b="0">
                <a:solidFill>
                  <a:srgbClr val="DDE0E7"/>
                </a:solidFill>
                <a:latin typeface="Arial"/>
                <a:ea typeface="Arial"/>
                <a:cs typeface="Arial"/>
              </a:defRPr>
            </a:lvl8pPr>
            <a:lvl9pPr>
              <a:defRPr sz="1875" b="0">
                <a:solidFill>
                  <a:srgbClr val="DDE0E7"/>
                </a:solidFill>
                <a:latin typeface="Arial"/>
                <a:ea typeface="Arial"/>
                <a:cs typeface="Arial"/>
              </a:defRPr>
            </a:lvl9pPr>
          </a:lstStyle>
          <a:p xmlns:a="http://schemas.openxmlformats.org/drawingml/2006/main">
            <a:pPr>
              <a:defRPr sz="1875" b="0">
                <a:solidFill>
                  <a:srgbClr val="DDE0E7"/>
                </a:solidFill>
                <a:latin typeface="Arial"/>
                <a:ea typeface="Arial"/>
                <a:cs typeface="Arial"/>
              </a:defRPr>
            </a:pPr>
            <a:r>
              <a:rPr sz="1875" b="0">
                <a:solidFill>
                  <a:srgbClr val="DDE0E7"/>
                </a:solidFill>
                <a:latin typeface="Arial"/>
                <a:ea typeface="Arial"/>
                <a:cs typeface="Arial"/>
              </a:rPr>
              <a:t>Гипотеза модели: платный пилот на ограниченном парке, затем лицензия и сопровождение.</a:t>
            </a:r>
          </a:p>
        </p:txBody>
      </p:sp>
      <p:sp>
        <p:nvSpPr>
          <p:cNvPr id="23" name="Ценность: сократить предотвращаемые внепланов">
            <a:extLst xmlns:a="http://schemas.openxmlformats.org/drawingml/2006/main">
              <a:ext uri="{FF2B5EF4-FFF2-40B4-BE49-F238E27FC236}">
                <a16:creationId xmlns:a16="http://schemas.microsoft.com/office/drawing/2014/main" id="{8F8F41CF-2E04-4B7C-B63E-5E91CE2CDE60}"/>
              </a:ext>
            </a:extLst>
          </p:cNvPr>
          <p:cNvSpPr>
            <a:spLocks xmlns:a="http://schemas.openxmlformats.org/drawingml/2006/main" noGrp="1"/>
          </p:cNvSpPr>
          <p:nvPr/>
        </p:nvSpPr>
        <p:spPr>
          <a:xfrm xmlns:a="http://schemas.openxmlformats.org/drawingml/2006/main">
            <a:off x="777240" y="6019800"/>
            <a:ext cx="1061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Ценность: сократить предотвращаемые внеплановые простои. Спрос, бюджет и экономию ещё проверяем.</a:t>
            </a:r>
          </a:p>
        </p:txBody>
      </p:sp>
    </p:spTree>
    <p:extLst>
      <p:ext uri="{BB962C8B-B14F-4D97-AF65-F5344CB8AC3E}">
        <p14:creationId xmlns:p14="http://schemas.microsoft.com/office/powerpoint/2010/main" val="2001"/>
      </p:ext>
    </p:extLst>
  </p:cSld>
</p:sld>
</file>

<file path=ppt/slides/slide3.xml><?xml version="1.0" encoding="utf-8"?>
<p:sld xmlns:p="http://schemas.openxmlformats.org/presentationml/2006/main">
  <p:cSld>
    <p:bg>
      <p:bgPr>
        <a:blipFill xmlns:a="http://schemas.openxmlformats.org/drawingml/2006/main" rotWithShape="1">
          <a:blip xmlns:r="http://schemas.openxmlformats.org/officeDocument/2006/relationships" r:embed="Rfda797764fcc4de2">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ОСНОВАНИЯ</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Что мы знаем о потребности</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3</a:t>
            </a:r>
            <a:endParaRPr sz="1100"/>
          </a:p>
        </p:txBody>
      </p:sp>
      <p:sp>
        <p:nvSpPr>
          <p:cNvPr id="17" name="2 реальных разговора">
            <a:extLst xmlns:a="http://schemas.openxmlformats.org/drawingml/2006/main">
              <a:ext uri="{FF2B5EF4-FFF2-40B4-BE49-F238E27FC236}">
                <a16:creationId xmlns:a16="http://schemas.microsoft.com/office/drawing/2014/main" id="{EF275BF0-C282-4226-A28A-66ACAB95DE66}"/>
              </a:ext>
            </a:extLst>
          </p:cNvPr>
          <p:cNvSpPr>
            <a:spLocks xmlns:a="http://schemas.openxmlformats.org/drawingml/2006/main" noGrp="1"/>
          </p:cNvSpPr>
          <p:nvPr/>
        </p:nvSpPr>
        <p:spPr>
          <a:xfrm xmlns:a="http://schemas.openxmlformats.org/drawingml/2006/main">
            <a:off x="781050" y="182880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EE6C9"/>
                </a:solidFill>
                <a:latin typeface="Arial"/>
                <a:ea typeface="Arial"/>
                <a:cs typeface="Arial"/>
              </a:defRPr>
            </a:defPPr>
            <a:lvl1pPr>
              <a:defRPr sz="2325" b="1">
                <a:solidFill>
                  <a:srgbClr val="2EE6C9"/>
                </a:solidFill>
                <a:latin typeface="Arial"/>
                <a:ea typeface="Arial"/>
                <a:cs typeface="Arial"/>
              </a:defRPr>
            </a:lvl1pPr>
            <a:lvl2pPr>
              <a:defRPr sz="2325" b="1">
                <a:solidFill>
                  <a:srgbClr val="2EE6C9"/>
                </a:solidFill>
                <a:latin typeface="Arial"/>
                <a:ea typeface="Arial"/>
                <a:cs typeface="Arial"/>
              </a:defRPr>
            </a:lvl2pPr>
            <a:lvl3pPr>
              <a:defRPr sz="2325" b="1">
                <a:solidFill>
                  <a:srgbClr val="2EE6C9"/>
                </a:solidFill>
                <a:latin typeface="Arial"/>
                <a:ea typeface="Arial"/>
                <a:cs typeface="Arial"/>
              </a:defRPr>
            </a:lvl3pPr>
            <a:lvl4pPr>
              <a:defRPr sz="2325" b="1">
                <a:solidFill>
                  <a:srgbClr val="2EE6C9"/>
                </a:solidFill>
                <a:latin typeface="Arial"/>
                <a:ea typeface="Arial"/>
                <a:cs typeface="Arial"/>
              </a:defRPr>
            </a:lvl4pPr>
            <a:lvl5pPr>
              <a:defRPr sz="2325" b="1">
                <a:solidFill>
                  <a:srgbClr val="2EE6C9"/>
                </a:solidFill>
                <a:latin typeface="Arial"/>
                <a:ea typeface="Arial"/>
                <a:cs typeface="Arial"/>
              </a:defRPr>
            </a:lvl5pPr>
            <a:lvl6pPr>
              <a:defRPr sz="2325" b="1">
                <a:solidFill>
                  <a:srgbClr val="2EE6C9"/>
                </a:solidFill>
                <a:latin typeface="Arial"/>
                <a:ea typeface="Arial"/>
                <a:cs typeface="Arial"/>
              </a:defRPr>
            </a:lvl6pPr>
            <a:lvl7pPr>
              <a:defRPr sz="2325" b="1">
                <a:solidFill>
                  <a:srgbClr val="2EE6C9"/>
                </a:solidFill>
                <a:latin typeface="Arial"/>
                <a:ea typeface="Arial"/>
                <a:cs typeface="Arial"/>
              </a:defRPr>
            </a:lvl7pPr>
            <a:lvl8pPr>
              <a:defRPr sz="2325" b="1">
                <a:solidFill>
                  <a:srgbClr val="2EE6C9"/>
                </a:solidFill>
                <a:latin typeface="Arial"/>
                <a:ea typeface="Arial"/>
                <a:cs typeface="Arial"/>
              </a:defRPr>
            </a:lvl8pPr>
            <a:lvl9pPr>
              <a:defRPr sz="2325" b="1">
                <a:solidFill>
                  <a:srgbClr val="2EE6C9"/>
                </a:solidFill>
                <a:latin typeface="Arial"/>
                <a:ea typeface="Arial"/>
                <a:cs typeface="Arial"/>
              </a:defRPr>
            </a:lvl9pPr>
          </a:lstStyle>
          <a:p xmlns:a="http://schemas.openxmlformats.org/drawingml/2006/main">
            <a:pPr>
              <a:defRPr sz="2325" b="1">
                <a:solidFill>
                  <a:srgbClr val="2EE6C9"/>
                </a:solidFill>
                <a:latin typeface="Arial"/>
                <a:ea typeface="Arial"/>
                <a:cs typeface="Arial"/>
              </a:defRPr>
            </a:pPr>
            <a:r>
              <a:rPr sz="2325" b="1">
                <a:solidFill>
                  <a:srgbClr val="2EE6C9"/>
                </a:solidFill>
                <a:latin typeface="Arial"/>
                <a:ea typeface="Arial"/>
                <a:cs typeface="Arial"/>
              </a:rPr>
              <a:t>2 реальных разговора</a:t>
            </a:r>
          </a:p>
        </p:txBody>
      </p:sp>
      <p:sp>
        <p:nvSpPr>
          <p:cNvPr id="18" name="R1  Аналитик холдинга">
            <a:extLst xmlns:a="http://schemas.openxmlformats.org/drawingml/2006/main">
              <a:ext uri="{FF2B5EF4-FFF2-40B4-BE49-F238E27FC236}">
                <a16:creationId xmlns:a16="http://schemas.microsoft.com/office/drawing/2014/main" id="{E4659D5D-4B25-4F9E-8459-466D76050820}"/>
              </a:ext>
            </a:extLst>
          </p:cNvPr>
          <p:cNvSpPr>
            <a:spLocks xmlns:a="http://schemas.openxmlformats.org/drawingml/2006/main" noGrp="1"/>
          </p:cNvSpPr>
          <p:nvPr/>
        </p:nvSpPr>
        <p:spPr>
          <a:xfrm xmlns:a="http://schemas.openxmlformats.org/drawingml/2006/main">
            <a:off x="781050" y="25431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3F4F7"/>
                </a:solidFill>
                <a:latin typeface="Arial"/>
                <a:ea typeface="Arial"/>
                <a:cs typeface="Arial"/>
              </a:defRPr>
            </a:defPPr>
            <a:lvl1pPr>
              <a:defRPr sz="1800" b="1">
                <a:solidFill>
                  <a:srgbClr val="F3F4F7"/>
                </a:solidFill>
                <a:latin typeface="Arial"/>
                <a:ea typeface="Arial"/>
                <a:cs typeface="Arial"/>
              </a:defRPr>
            </a:lvl1pPr>
            <a:lvl2pPr>
              <a:defRPr sz="1800" b="1">
                <a:solidFill>
                  <a:srgbClr val="F3F4F7"/>
                </a:solidFill>
                <a:latin typeface="Arial"/>
                <a:ea typeface="Arial"/>
                <a:cs typeface="Arial"/>
              </a:defRPr>
            </a:lvl2pPr>
            <a:lvl3pPr>
              <a:defRPr sz="1800" b="1">
                <a:solidFill>
                  <a:srgbClr val="F3F4F7"/>
                </a:solidFill>
                <a:latin typeface="Arial"/>
                <a:ea typeface="Arial"/>
                <a:cs typeface="Arial"/>
              </a:defRPr>
            </a:lvl3pPr>
            <a:lvl4pPr>
              <a:defRPr sz="1800" b="1">
                <a:solidFill>
                  <a:srgbClr val="F3F4F7"/>
                </a:solidFill>
                <a:latin typeface="Arial"/>
                <a:ea typeface="Arial"/>
                <a:cs typeface="Arial"/>
              </a:defRPr>
            </a:lvl4pPr>
            <a:lvl5pPr>
              <a:defRPr sz="1800" b="1">
                <a:solidFill>
                  <a:srgbClr val="F3F4F7"/>
                </a:solidFill>
                <a:latin typeface="Arial"/>
                <a:ea typeface="Arial"/>
                <a:cs typeface="Arial"/>
              </a:defRPr>
            </a:lvl5pPr>
            <a:lvl6pPr>
              <a:defRPr sz="1800" b="1">
                <a:solidFill>
                  <a:srgbClr val="F3F4F7"/>
                </a:solidFill>
                <a:latin typeface="Arial"/>
                <a:ea typeface="Arial"/>
                <a:cs typeface="Arial"/>
              </a:defRPr>
            </a:lvl6pPr>
            <a:lvl7pPr>
              <a:defRPr sz="1800" b="1">
                <a:solidFill>
                  <a:srgbClr val="F3F4F7"/>
                </a:solidFill>
                <a:latin typeface="Arial"/>
                <a:ea typeface="Arial"/>
                <a:cs typeface="Arial"/>
              </a:defRPr>
            </a:lvl7pPr>
            <a:lvl8pPr>
              <a:defRPr sz="1800" b="1">
                <a:solidFill>
                  <a:srgbClr val="F3F4F7"/>
                </a:solidFill>
                <a:latin typeface="Arial"/>
                <a:ea typeface="Arial"/>
                <a:cs typeface="Arial"/>
              </a:defRPr>
            </a:lvl8pPr>
            <a:lvl9pPr>
              <a:defRPr sz="1800" b="1">
                <a:solidFill>
                  <a:srgbClr val="F3F4F7"/>
                </a:solidFill>
                <a:latin typeface="Arial"/>
                <a:ea typeface="Arial"/>
                <a:cs typeface="Arial"/>
              </a:defRPr>
            </a:lvl9pPr>
          </a:lstStyle>
          <a:p xmlns:a="http://schemas.openxmlformats.org/drawingml/2006/main">
            <a:pPr>
              <a:defRPr sz="1800" b="1">
                <a:solidFill>
                  <a:srgbClr val="F3F4F7"/>
                </a:solidFill>
                <a:latin typeface="Arial"/>
                <a:ea typeface="Arial"/>
                <a:cs typeface="Arial"/>
              </a:defRPr>
            </a:pPr>
            <a:r>
              <a:rPr sz="1800" b="1">
                <a:solidFill>
                  <a:srgbClr val="F3F4F7"/>
                </a:solidFill>
                <a:latin typeface="Arial"/>
                <a:ea typeface="Arial"/>
                <a:cs typeface="Arial"/>
              </a:rPr>
              <a:t>R1  Аналитик холдинга</a:t>
            </a:r>
          </a:p>
        </p:txBody>
      </p:sp>
      <p:sp>
        <p:nvSpPr>
          <p:cNvPr id="19" name="Доверие к датчикам и организация ремонта. Опы">
            <a:extLst xmlns:a="http://schemas.openxmlformats.org/drawingml/2006/main">
              <a:ext uri="{FF2B5EF4-FFF2-40B4-BE49-F238E27FC236}">
                <a16:creationId xmlns:a16="http://schemas.microsoft.com/office/drawing/2014/main" id="{B3101CCF-856C-488F-8F90-1BA506DDA85E}"/>
              </a:ext>
            </a:extLst>
          </p:cNvPr>
          <p:cNvSpPr>
            <a:spLocks xmlns:a="http://schemas.openxmlformats.org/drawingml/2006/main" noGrp="1"/>
          </p:cNvSpPr>
          <p:nvPr/>
        </p:nvSpPr>
        <p:spPr>
          <a:xfrm xmlns:a="http://schemas.openxmlformats.org/drawingml/2006/main">
            <a:off x="781050" y="301942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DE0E7"/>
                </a:solidFill>
                <a:latin typeface="Arial"/>
                <a:ea typeface="Arial"/>
                <a:cs typeface="Arial"/>
              </a:defRPr>
            </a:defPPr>
            <a:lvl1pPr>
              <a:defRPr sz="1725" b="0">
                <a:solidFill>
                  <a:srgbClr val="DDE0E7"/>
                </a:solidFill>
                <a:latin typeface="Arial"/>
                <a:ea typeface="Arial"/>
                <a:cs typeface="Arial"/>
              </a:defRPr>
            </a:lvl1pPr>
            <a:lvl2pPr>
              <a:defRPr sz="1725" b="0">
                <a:solidFill>
                  <a:srgbClr val="DDE0E7"/>
                </a:solidFill>
                <a:latin typeface="Arial"/>
                <a:ea typeface="Arial"/>
                <a:cs typeface="Arial"/>
              </a:defRPr>
            </a:lvl2pPr>
            <a:lvl3pPr>
              <a:defRPr sz="1725" b="0">
                <a:solidFill>
                  <a:srgbClr val="DDE0E7"/>
                </a:solidFill>
                <a:latin typeface="Arial"/>
                <a:ea typeface="Arial"/>
                <a:cs typeface="Arial"/>
              </a:defRPr>
            </a:lvl3pPr>
            <a:lvl4pPr>
              <a:defRPr sz="1725" b="0">
                <a:solidFill>
                  <a:srgbClr val="DDE0E7"/>
                </a:solidFill>
                <a:latin typeface="Arial"/>
                <a:ea typeface="Arial"/>
                <a:cs typeface="Arial"/>
              </a:defRPr>
            </a:lvl4pPr>
            <a:lvl5pPr>
              <a:defRPr sz="1725" b="0">
                <a:solidFill>
                  <a:srgbClr val="DDE0E7"/>
                </a:solidFill>
                <a:latin typeface="Arial"/>
                <a:ea typeface="Arial"/>
                <a:cs typeface="Arial"/>
              </a:defRPr>
            </a:lvl5pPr>
            <a:lvl6pPr>
              <a:defRPr sz="1725" b="0">
                <a:solidFill>
                  <a:srgbClr val="DDE0E7"/>
                </a:solidFill>
                <a:latin typeface="Arial"/>
                <a:ea typeface="Arial"/>
                <a:cs typeface="Arial"/>
              </a:defRPr>
            </a:lvl6pPr>
            <a:lvl7pPr>
              <a:defRPr sz="1725" b="0">
                <a:solidFill>
                  <a:srgbClr val="DDE0E7"/>
                </a:solidFill>
                <a:latin typeface="Arial"/>
                <a:ea typeface="Arial"/>
                <a:cs typeface="Arial"/>
              </a:defRPr>
            </a:lvl7pPr>
            <a:lvl8pPr>
              <a:defRPr sz="1725" b="0">
                <a:solidFill>
                  <a:srgbClr val="DDE0E7"/>
                </a:solidFill>
                <a:latin typeface="Arial"/>
                <a:ea typeface="Arial"/>
                <a:cs typeface="Arial"/>
              </a:defRPr>
            </a:lvl8pPr>
            <a:lvl9pPr>
              <a:defRPr sz="1725" b="0">
                <a:solidFill>
                  <a:srgbClr val="DDE0E7"/>
                </a:solidFill>
                <a:latin typeface="Arial"/>
                <a:ea typeface="Arial"/>
                <a:cs typeface="Arial"/>
              </a:defRPr>
            </a:lvl9pPr>
          </a:lstStyle>
          <a:p xmlns:a="http://schemas.openxmlformats.org/drawingml/2006/main">
            <a:pPr>
              <a:defRPr sz="1725" b="0">
                <a:solidFill>
                  <a:srgbClr val="DDE0E7"/>
                </a:solidFill>
                <a:latin typeface="Arial"/>
                <a:ea typeface="Arial"/>
                <a:cs typeface="Arial"/>
              </a:defRPr>
            </a:pPr>
            <a:r>
              <a:rPr sz="1725" b="0">
                <a:solidFill>
                  <a:srgbClr val="DDE0E7"/>
                </a:solidFill>
                <a:latin typeface="Arial"/>
                <a:ea typeface="Arial"/>
                <a:cs typeface="Arial"/>
              </a:rPr>
              <a:t>Доверие к датчикам и организация ремонта. Опыт собеседника не охватывает весь сегмент ТЭС.</a:t>
            </a:r>
          </a:p>
        </p:txBody>
      </p:sp>
      <p:sp>
        <p:nvSpPr>
          <p:cNvPr id="20" name="R2  Руководитель станции">
            <a:extLst xmlns:a="http://schemas.openxmlformats.org/drawingml/2006/main">
              <a:ext uri="{FF2B5EF4-FFF2-40B4-BE49-F238E27FC236}">
                <a16:creationId xmlns:a16="http://schemas.microsoft.com/office/drawing/2014/main" id="{E06504A2-8FC9-4224-8049-842560D8E159}"/>
              </a:ext>
            </a:extLst>
          </p:cNvPr>
          <p:cNvSpPr>
            <a:spLocks xmlns:a="http://schemas.openxmlformats.org/drawingml/2006/main" noGrp="1"/>
          </p:cNvSpPr>
          <p:nvPr/>
        </p:nvSpPr>
        <p:spPr>
          <a:xfrm xmlns:a="http://schemas.openxmlformats.org/drawingml/2006/main">
            <a:off x="781050" y="42862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3F4F7"/>
                </a:solidFill>
                <a:latin typeface="Arial"/>
                <a:ea typeface="Arial"/>
                <a:cs typeface="Arial"/>
              </a:defRPr>
            </a:defPPr>
            <a:lvl1pPr>
              <a:defRPr sz="1800" b="1">
                <a:solidFill>
                  <a:srgbClr val="F3F4F7"/>
                </a:solidFill>
                <a:latin typeface="Arial"/>
                <a:ea typeface="Arial"/>
                <a:cs typeface="Arial"/>
              </a:defRPr>
            </a:lvl1pPr>
            <a:lvl2pPr>
              <a:defRPr sz="1800" b="1">
                <a:solidFill>
                  <a:srgbClr val="F3F4F7"/>
                </a:solidFill>
                <a:latin typeface="Arial"/>
                <a:ea typeface="Arial"/>
                <a:cs typeface="Arial"/>
              </a:defRPr>
            </a:lvl2pPr>
            <a:lvl3pPr>
              <a:defRPr sz="1800" b="1">
                <a:solidFill>
                  <a:srgbClr val="F3F4F7"/>
                </a:solidFill>
                <a:latin typeface="Arial"/>
                <a:ea typeface="Arial"/>
                <a:cs typeface="Arial"/>
              </a:defRPr>
            </a:lvl3pPr>
            <a:lvl4pPr>
              <a:defRPr sz="1800" b="1">
                <a:solidFill>
                  <a:srgbClr val="F3F4F7"/>
                </a:solidFill>
                <a:latin typeface="Arial"/>
                <a:ea typeface="Arial"/>
                <a:cs typeface="Arial"/>
              </a:defRPr>
            </a:lvl4pPr>
            <a:lvl5pPr>
              <a:defRPr sz="1800" b="1">
                <a:solidFill>
                  <a:srgbClr val="F3F4F7"/>
                </a:solidFill>
                <a:latin typeface="Arial"/>
                <a:ea typeface="Arial"/>
                <a:cs typeface="Arial"/>
              </a:defRPr>
            </a:lvl5pPr>
            <a:lvl6pPr>
              <a:defRPr sz="1800" b="1">
                <a:solidFill>
                  <a:srgbClr val="F3F4F7"/>
                </a:solidFill>
                <a:latin typeface="Arial"/>
                <a:ea typeface="Arial"/>
                <a:cs typeface="Arial"/>
              </a:defRPr>
            </a:lvl6pPr>
            <a:lvl7pPr>
              <a:defRPr sz="1800" b="1">
                <a:solidFill>
                  <a:srgbClr val="F3F4F7"/>
                </a:solidFill>
                <a:latin typeface="Arial"/>
                <a:ea typeface="Arial"/>
                <a:cs typeface="Arial"/>
              </a:defRPr>
            </a:lvl7pPr>
            <a:lvl8pPr>
              <a:defRPr sz="1800" b="1">
                <a:solidFill>
                  <a:srgbClr val="F3F4F7"/>
                </a:solidFill>
                <a:latin typeface="Arial"/>
                <a:ea typeface="Arial"/>
                <a:cs typeface="Arial"/>
              </a:defRPr>
            </a:lvl8pPr>
            <a:lvl9pPr>
              <a:defRPr sz="1800" b="1">
                <a:solidFill>
                  <a:srgbClr val="F3F4F7"/>
                </a:solidFill>
                <a:latin typeface="Arial"/>
                <a:ea typeface="Arial"/>
                <a:cs typeface="Arial"/>
              </a:defRPr>
            </a:lvl9pPr>
          </a:lstStyle>
          <a:p xmlns:a="http://schemas.openxmlformats.org/drawingml/2006/main">
            <a:pPr>
              <a:defRPr sz="1800" b="1">
                <a:solidFill>
                  <a:srgbClr val="F3F4F7"/>
                </a:solidFill>
                <a:latin typeface="Arial"/>
                <a:ea typeface="Arial"/>
                <a:cs typeface="Arial"/>
              </a:defRPr>
            </a:pPr>
            <a:r>
              <a:rPr sz="1800" b="1">
                <a:solidFill>
                  <a:srgbClr val="F3F4F7"/>
                </a:solidFill>
                <a:latin typeface="Arial"/>
                <a:ea typeface="Arial"/>
                <a:cs typeface="Arial"/>
              </a:rPr>
              <a:t>R2  Руководитель станции</a:t>
            </a:r>
          </a:p>
        </p:txBody>
      </p:sp>
      <p:sp>
        <p:nvSpPr>
          <p:cNvPr id="21" name="Интерес к прогнозу ремонтов и аварий, упомина">
            <a:extLst xmlns:a="http://schemas.openxmlformats.org/drawingml/2006/main">
              <a:ext uri="{FF2B5EF4-FFF2-40B4-BE49-F238E27FC236}">
                <a16:creationId xmlns:a16="http://schemas.microsoft.com/office/drawing/2014/main" id="{17EB6DA8-291F-4723-89AA-7279291EEC99}"/>
              </a:ext>
            </a:extLst>
          </p:cNvPr>
          <p:cNvSpPr>
            <a:spLocks xmlns:a="http://schemas.openxmlformats.org/drawingml/2006/main" noGrp="1"/>
          </p:cNvSpPr>
          <p:nvPr/>
        </p:nvSpPr>
        <p:spPr>
          <a:xfrm xmlns:a="http://schemas.openxmlformats.org/drawingml/2006/main">
            <a:off x="781050" y="4762500"/>
            <a:ext cx="4953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DE0E7"/>
                </a:solidFill>
                <a:latin typeface="Arial"/>
                <a:ea typeface="Arial"/>
                <a:cs typeface="Arial"/>
              </a:defRPr>
            </a:defPPr>
            <a:lvl1pPr>
              <a:defRPr sz="1725" b="0">
                <a:solidFill>
                  <a:srgbClr val="DDE0E7"/>
                </a:solidFill>
                <a:latin typeface="Arial"/>
                <a:ea typeface="Arial"/>
                <a:cs typeface="Arial"/>
              </a:defRPr>
            </a:lvl1pPr>
            <a:lvl2pPr>
              <a:defRPr sz="1725" b="0">
                <a:solidFill>
                  <a:srgbClr val="DDE0E7"/>
                </a:solidFill>
                <a:latin typeface="Arial"/>
                <a:ea typeface="Arial"/>
                <a:cs typeface="Arial"/>
              </a:defRPr>
            </a:lvl2pPr>
            <a:lvl3pPr>
              <a:defRPr sz="1725" b="0">
                <a:solidFill>
                  <a:srgbClr val="DDE0E7"/>
                </a:solidFill>
                <a:latin typeface="Arial"/>
                <a:ea typeface="Arial"/>
                <a:cs typeface="Arial"/>
              </a:defRPr>
            </a:lvl3pPr>
            <a:lvl4pPr>
              <a:defRPr sz="1725" b="0">
                <a:solidFill>
                  <a:srgbClr val="DDE0E7"/>
                </a:solidFill>
                <a:latin typeface="Arial"/>
                <a:ea typeface="Arial"/>
                <a:cs typeface="Arial"/>
              </a:defRPr>
            </a:lvl4pPr>
            <a:lvl5pPr>
              <a:defRPr sz="1725" b="0">
                <a:solidFill>
                  <a:srgbClr val="DDE0E7"/>
                </a:solidFill>
                <a:latin typeface="Arial"/>
                <a:ea typeface="Arial"/>
                <a:cs typeface="Arial"/>
              </a:defRPr>
            </a:lvl5pPr>
            <a:lvl6pPr>
              <a:defRPr sz="1725" b="0">
                <a:solidFill>
                  <a:srgbClr val="DDE0E7"/>
                </a:solidFill>
                <a:latin typeface="Arial"/>
                <a:ea typeface="Arial"/>
                <a:cs typeface="Arial"/>
              </a:defRPr>
            </a:lvl6pPr>
            <a:lvl7pPr>
              <a:defRPr sz="1725" b="0">
                <a:solidFill>
                  <a:srgbClr val="DDE0E7"/>
                </a:solidFill>
                <a:latin typeface="Arial"/>
                <a:ea typeface="Arial"/>
                <a:cs typeface="Arial"/>
              </a:defRPr>
            </a:lvl7pPr>
            <a:lvl8pPr>
              <a:defRPr sz="1725" b="0">
                <a:solidFill>
                  <a:srgbClr val="DDE0E7"/>
                </a:solidFill>
                <a:latin typeface="Arial"/>
                <a:ea typeface="Arial"/>
                <a:cs typeface="Arial"/>
              </a:defRPr>
            </a:lvl8pPr>
            <a:lvl9pPr>
              <a:defRPr sz="1725" b="0">
                <a:solidFill>
                  <a:srgbClr val="DDE0E7"/>
                </a:solidFill>
                <a:latin typeface="Arial"/>
                <a:ea typeface="Arial"/>
                <a:cs typeface="Arial"/>
              </a:defRPr>
            </a:lvl9pPr>
          </a:lstStyle>
          <a:p xmlns:a="http://schemas.openxmlformats.org/drawingml/2006/main">
            <a:pPr>
              <a:defRPr sz="1725" b="0">
                <a:solidFill>
                  <a:srgbClr val="DDE0E7"/>
                </a:solidFill>
                <a:latin typeface="Arial"/>
                <a:ea typeface="Arial"/>
                <a:cs typeface="Arial"/>
              </a:defRPr>
            </a:pPr>
            <a:r>
              <a:rPr sz="1725" b="0">
                <a:solidFill>
                  <a:srgbClr val="DDE0E7"/>
                </a:solidFill>
                <a:latin typeface="Arial"/>
                <a:ea typeface="Arial"/>
                <a:cs typeface="Arial"/>
              </a:rPr>
              <a:t>Интерес к прогнозу ремонтов и аварий, упоминание архива и недавнего отказа. Есть конспект, без записи.</a:t>
            </a:r>
          </a:p>
        </p:txBody>
      </p:sp>
      <p:sp>
        <p:nvSpPr>
          <p:cNvPr id="22" name="Что требует проверки">
            <a:extLst xmlns:a="http://schemas.openxmlformats.org/drawingml/2006/main">
              <a:ext uri="{FF2B5EF4-FFF2-40B4-BE49-F238E27FC236}">
                <a16:creationId xmlns:a16="http://schemas.microsoft.com/office/drawing/2014/main" id="{2FE9B0BF-58E1-461D-B354-2B935CD224D3}"/>
              </a:ext>
            </a:extLst>
          </p:cNvPr>
          <p:cNvSpPr>
            <a:spLocks xmlns:a="http://schemas.openxmlformats.org/drawingml/2006/main" noGrp="1"/>
          </p:cNvSpPr>
          <p:nvPr/>
        </p:nvSpPr>
        <p:spPr>
          <a:xfrm xmlns:a="http://schemas.openxmlformats.org/drawingml/2006/main">
            <a:off x="6305550" y="182880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B8A1FF"/>
                </a:solidFill>
                <a:latin typeface="Arial"/>
                <a:ea typeface="Arial"/>
                <a:cs typeface="Arial"/>
              </a:defRPr>
            </a:defPPr>
            <a:lvl1pPr>
              <a:defRPr sz="2325" b="1">
                <a:solidFill>
                  <a:srgbClr val="B8A1FF"/>
                </a:solidFill>
                <a:latin typeface="Arial"/>
                <a:ea typeface="Arial"/>
                <a:cs typeface="Arial"/>
              </a:defRPr>
            </a:lvl1pPr>
            <a:lvl2pPr>
              <a:defRPr sz="2325" b="1">
                <a:solidFill>
                  <a:srgbClr val="B8A1FF"/>
                </a:solidFill>
                <a:latin typeface="Arial"/>
                <a:ea typeface="Arial"/>
                <a:cs typeface="Arial"/>
              </a:defRPr>
            </a:lvl2pPr>
            <a:lvl3pPr>
              <a:defRPr sz="2325" b="1">
                <a:solidFill>
                  <a:srgbClr val="B8A1FF"/>
                </a:solidFill>
                <a:latin typeface="Arial"/>
                <a:ea typeface="Arial"/>
                <a:cs typeface="Arial"/>
              </a:defRPr>
            </a:lvl3pPr>
            <a:lvl4pPr>
              <a:defRPr sz="2325" b="1">
                <a:solidFill>
                  <a:srgbClr val="B8A1FF"/>
                </a:solidFill>
                <a:latin typeface="Arial"/>
                <a:ea typeface="Arial"/>
                <a:cs typeface="Arial"/>
              </a:defRPr>
            </a:lvl4pPr>
            <a:lvl5pPr>
              <a:defRPr sz="2325" b="1">
                <a:solidFill>
                  <a:srgbClr val="B8A1FF"/>
                </a:solidFill>
                <a:latin typeface="Arial"/>
                <a:ea typeface="Arial"/>
                <a:cs typeface="Arial"/>
              </a:defRPr>
            </a:lvl5pPr>
            <a:lvl6pPr>
              <a:defRPr sz="2325" b="1">
                <a:solidFill>
                  <a:srgbClr val="B8A1FF"/>
                </a:solidFill>
                <a:latin typeface="Arial"/>
                <a:ea typeface="Arial"/>
                <a:cs typeface="Arial"/>
              </a:defRPr>
            </a:lvl6pPr>
            <a:lvl7pPr>
              <a:defRPr sz="2325" b="1">
                <a:solidFill>
                  <a:srgbClr val="B8A1FF"/>
                </a:solidFill>
                <a:latin typeface="Arial"/>
                <a:ea typeface="Arial"/>
                <a:cs typeface="Arial"/>
              </a:defRPr>
            </a:lvl7pPr>
            <a:lvl8pPr>
              <a:defRPr sz="2325" b="1">
                <a:solidFill>
                  <a:srgbClr val="B8A1FF"/>
                </a:solidFill>
                <a:latin typeface="Arial"/>
                <a:ea typeface="Arial"/>
                <a:cs typeface="Arial"/>
              </a:defRPr>
            </a:lvl8pPr>
            <a:lvl9pPr>
              <a:defRPr sz="2325" b="1">
                <a:solidFill>
                  <a:srgbClr val="B8A1FF"/>
                </a:solidFill>
                <a:latin typeface="Arial"/>
                <a:ea typeface="Arial"/>
                <a:cs typeface="Arial"/>
              </a:defRPr>
            </a:lvl9pPr>
          </a:lstStyle>
          <a:p xmlns:a="http://schemas.openxmlformats.org/drawingml/2006/main">
            <a:pPr>
              <a:defRPr sz="2325" b="1">
                <a:solidFill>
                  <a:srgbClr val="B8A1FF"/>
                </a:solidFill>
                <a:latin typeface="Arial"/>
                <a:ea typeface="Arial"/>
                <a:cs typeface="Arial"/>
              </a:defRPr>
            </a:pPr>
            <a:r>
              <a:rPr sz="2325" b="1">
                <a:solidFill>
                  <a:srgbClr val="B8A1FF"/>
                </a:solidFill>
                <a:latin typeface="Arial"/>
                <a:ea typeface="Arial"/>
                <a:cs typeface="Arial"/>
              </a:rPr>
              <a:t>Что требует проверки</a:t>
            </a:r>
          </a:p>
        </p:txBody>
      </p:sp>
      <p:sp>
        <p:nvSpPr>
          <p:cNvPr id="23" name="Архив не исследован.&#10;Конкретный насос не согл">
            <a:extLst xmlns:a="http://schemas.openxmlformats.org/drawingml/2006/main">
              <a:ext uri="{FF2B5EF4-FFF2-40B4-BE49-F238E27FC236}">
                <a16:creationId xmlns:a16="http://schemas.microsoft.com/office/drawing/2014/main" id="{2E6635FF-2CB8-4CD1-ACD7-02E832771FA8}"/>
              </a:ext>
            </a:extLst>
          </p:cNvPr>
          <p:cNvSpPr>
            <a:spLocks xmlns:a="http://schemas.openxmlformats.org/drawingml/2006/main" noGrp="1"/>
          </p:cNvSpPr>
          <p:nvPr/>
        </p:nvSpPr>
        <p:spPr>
          <a:xfrm xmlns:a="http://schemas.openxmlformats.org/drawingml/2006/main">
            <a:off x="6305550" y="2543175"/>
            <a:ext cx="4953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4F7"/>
                </a:solidFill>
                <a:latin typeface="Arial"/>
                <a:ea typeface="Arial"/>
                <a:cs typeface="Arial"/>
              </a:defRPr>
            </a:defPPr>
            <a:lvl1pPr>
              <a:defRPr sz="2025" b="0">
                <a:solidFill>
                  <a:srgbClr val="F3F4F7"/>
                </a:solidFill>
                <a:latin typeface="Arial"/>
                <a:ea typeface="Arial"/>
                <a:cs typeface="Arial"/>
              </a:defRPr>
            </a:lvl1pPr>
            <a:lvl2pPr>
              <a:defRPr sz="2025" b="0">
                <a:solidFill>
                  <a:srgbClr val="F3F4F7"/>
                </a:solidFill>
                <a:latin typeface="Arial"/>
                <a:ea typeface="Arial"/>
                <a:cs typeface="Arial"/>
              </a:defRPr>
            </a:lvl2pPr>
            <a:lvl3pPr>
              <a:defRPr sz="2025" b="0">
                <a:solidFill>
                  <a:srgbClr val="F3F4F7"/>
                </a:solidFill>
                <a:latin typeface="Arial"/>
                <a:ea typeface="Arial"/>
                <a:cs typeface="Arial"/>
              </a:defRPr>
            </a:lvl3pPr>
            <a:lvl4pPr>
              <a:defRPr sz="2025" b="0">
                <a:solidFill>
                  <a:srgbClr val="F3F4F7"/>
                </a:solidFill>
                <a:latin typeface="Arial"/>
                <a:ea typeface="Arial"/>
                <a:cs typeface="Arial"/>
              </a:defRPr>
            </a:lvl4pPr>
            <a:lvl5pPr>
              <a:defRPr sz="2025" b="0">
                <a:solidFill>
                  <a:srgbClr val="F3F4F7"/>
                </a:solidFill>
                <a:latin typeface="Arial"/>
                <a:ea typeface="Arial"/>
                <a:cs typeface="Arial"/>
              </a:defRPr>
            </a:lvl5pPr>
            <a:lvl6pPr>
              <a:defRPr sz="2025" b="0">
                <a:solidFill>
                  <a:srgbClr val="F3F4F7"/>
                </a:solidFill>
                <a:latin typeface="Arial"/>
                <a:ea typeface="Arial"/>
                <a:cs typeface="Arial"/>
              </a:defRPr>
            </a:lvl6pPr>
            <a:lvl7pPr>
              <a:defRPr sz="2025" b="0">
                <a:solidFill>
                  <a:srgbClr val="F3F4F7"/>
                </a:solidFill>
                <a:latin typeface="Arial"/>
                <a:ea typeface="Arial"/>
                <a:cs typeface="Arial"/>
              </a:defRPr>
            </a:lvl7pPr>
            <a:lvl8pPr>
              <a:defRPr sz="2025" b="0">
                <a:solidFill>
                  <a:srgbClr val="F3F4F7"/>
                </a:solidFill>
                <a:latin typeface="Arial"/>
                <a:ea typeface="Arial"/>
                <a:cs typeface="Arial"/>
              </a:defRPr>
            </a:lvl8pPr>
            <a:lvl9pPr>
              <a:defRPr sz="2025" b="0">
                <a:solidFill>
                  <a:srgbClr val="F3F4F7"/>
                </a:solidFill>
                <a:latin typeface="Arial"/>
                <a:ea typeface="Arial"/>
                <a:cs typeface="Arial"/>
              </a:defRPr>
            </a:lvl9pPr>
          </a:lstStyle>
          <a:p xmlns:a="http://schemas.openxmlformats.org/drawingml/2006/main">
            <a:pPr>
              <a:defRPr sz="2025" b="0">
                <a:solidFill>
                  <a:srgbClr val="F3F4F7"/>
                </a:solidFill>
                <a:latin typeface="Arial"/>
                <a:ea typeface="Arial"/>
                <a:cs typeface="Arial"/>
              </a:defRPr>
            </a:pPr>
            <a:r>
              <a:rPr sz="2025" b="0">
                <a:solidFill>
                  <a:srgbClr val="F3F4F7"/>
                </a:solidFill>
                <a:latin typeface="Arial"/>
                <a:ea typeface="Arial"/>
                <a:cs typeface="Arial"/>
              </a:rPr>
              <a:t>Архив не исследован.</a:t>
            </a:r>
          </a:p>
          <a:p xmlns:a="http://schemas.openxmlformats.org/drawingml/2006/main">
            <a:pPr>
              <a:defRPr sz="2025" b="0">
                <a:solidFill>
                  <a:srgbClr val="F3F4F7"/>
                </a:solidFill>
                <a:latin typeface="Arial"/>
                <a:ea typeface="Arial"/>
                <a:cs typeface="Arial"/>
              </a:defRPr>
            </a:pPr>
            <a:r>
              <a:rPr sz="2025" b="0">
                <a:solidFill>
                  <a:srgbClr val="F3F4F7"/>
                </a:solidFill>
                <a:latin typeface="Arial"/>
                <a:ea typeface="Arial"/>
                <a:cs typeface="Arial"/>
              </a:rPr>
              <a:t>Конкретный насос не согласован как объект пилота.</a:t>
            </a:r>
          </a:p>
          <a:p xmlns:a="http://schemas.openxmlformats.org/drawingml/2006/main">
            <a:pPr>
              <a:defRPr sz="2025" b="0">
                <a:solidFill>
                  <a:srgbClr val="F3F4F7"/>
                </a:solidFill>
                <a:latin typeface="Arial"/>
                <a:ea typeface="Arial"/>
                <a:cs typeface="Arial"/>
              </a:defRPr>
            </a:pPr>
            <a:r>
              <a:rPr sz="2025" b="0">
                <a:solidFill>
                  <a:srgbClr val="F3F4F7"/>
                </a:solidFill>
                <a:latin typeface="Arial"/>
                <a:ea typeface="Arial"/>
                <a:cs typeface="Arial"/>
              </a:rPr>
              <a:t>Путь в интерфейсе ещё не проверен целевым инженером.</a:t>
            </a:r>
          </a:p>
        </p:txBody>
      </p:sp>
      <p:sp>
        <p:nvSpPr>
          <p:cNvPr id="24" name="18 синтетических персон КТ-2 и 4 новые ролевы">
            <a:extLst xmlns:a="http://schemas.openxmlformats.org/drawingml/2006/main">
              <a:ext uri="{FF2B5EF4-FFF2-40B4-BE49-F238E27FC236}">
                <a16:creationId xmlns:a16="http://schemas.microsoft.com/office/drawing/2014/main" id="{1DEED46B-75F6-4337-A93F-1510B516BBD5}"/>
              </a:ext>
            </a:extLst>
          </p:cNvPr>
          <p:cNvSpPr>
            <a:spLocks xmlns:a="http://schemas.openxmlformats.org/drawingml/2006/main" noGrp="1"/>
          </p:cNvSpPr>
          <p:nvPr/>
        </p:nvSpPr>
        <p:spPr>
          <a:xfrm xmlns:a="http://schemas.openxmlformats.org/drawingml/2006/main">
            <a:off x="6305550" y="47148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DDE0E7"/>
                </a:solidFill>
                <a:latin typeface="Arial"/>
                <a:ea typeface="Arial"/>
                <a:cs typeface="Arial"/>
              </a:defRPr>
            </a:defPPr>
            <a:lvl1pPr>
              <a:defRPr sz="1800" b="0">
                <a:solidFill>
                  <a:srgbClr val="DDE0E7"/>
                </a:solidFill>
                <a:latin typeface="Arial"/>
                <a:ea typeface="Arial"/>
                <a:cs typeface="Arial"/>
              </a:defRPr>
            </a:lvl1pPr>
            <a:lvl2pPr>
              <a:defRPr sz="1800" b="0">
                <a:solidFill>
                  <a:srgbClr val="DDE0E7"/>
                </a:solidFill>
                <a:latin typeface="Arial"/>
                <a:ea typeface="Arial"/>
                <a:cs typeface="Arial"/>
              </a:defRPr>
            </a:lvl2pPr>
            <a:lvl3pPr>
              <a:defRPr sz="1800" b="0">
                <a:solidFill>
                  <a:srgbClr val="DDE0E7"/>
                </a:solidFill>
                <a:latin typeface="Arial"/>
                <a:ea typeface="Arial"/>
                <a:cs typeface="Arial"/>
              </a:defRPr>
            </a:lvl3pPr>
            <a:lvl4pPr>
              <a:defRPr sz="1800" b="0">
                <a:solidFill>
                  <a:srgbClr val="DDE0E7"/>
                </a:solidFill>
                <a:latin typeface="Arial"/>
                <a:ea typeface="Arial"/>
                <a:cs typeface="Arial"/>
              </a:defRPr>
            </a:lvl4pPr>
            <a:lvl5pPr>
              <a:defRPr sz="1800" b="0">
                <a:solidFill>
                  <a:srgbClr val="DDE0E7"/>
                </a:solidFill>
                <a:latin typeface="Arial"/>
                <a:ea typeface="Arial"/>
                <a:cs typeface="Arial"/>
              </a:defRPr>
            </a:lvl5pPr>
            <a:lvl6pPr>
              <a:defRPr sz="1800" b="0">
                <a:solidFill>
                  <a:srgbClr val="DDE0E7"/>
                </a:solidFill>
                <a:latin typeface="Arial"/>
                <a:ea typeface="Arial"/>
                <a:cs typeface="Arial"/>
              </a:defRPr>
            </a:lvl6pPr>
            <a:lvl7pPr>
              <a:defRPr sz="1800" b="0">
                <a:solidFill>
                  <a:srgbClr val="DDE0E7"/>
                </a:solidFill>
                <a:latin typeface="Arial"/>
                <a:ea typeface="Arial"/>
                <a:cs typeface="Arial"/>
              </a:defRPr>
            </a:lvl7pPr>
            <a:lvl8pPr>
              <a:defRPr sz="1800" b="0">
                <a:solidFill>
                  <a:srgbClr val="DDE0E7"/>
                </a:solidFill>
                <a:latin typeface="Arial"/>
                <a:ea typeface="Arial"/>
                <a:cs typeface="Arial"/>
              </a:defRPr>
            </a:lvl8pPr>
            <a:lvl9pPr>
              <a:defRPr sz="1800" b="0">
                <a:solidFill>
                  <a:srgbClr val="DDE0E7"/>
                </a:solidFill>
                <a:latin typeface="Arial"/>
                <a:ea typeface="Arial"/>
                <a:cs typeface="Arial"/>
              </a:defRPr>
            </a:lvl9pPr>
          </a:lstStyle>
          <a:p xmlns:a="http://schemas.openxmlformats.org/drawingml/2006/main">
            <a:pPr>
              <a:defRPr sz="1800" b="0">
                <a:solidFill>
                  <a:srgbClr val="DDE0E7"/>
                </a:solidFill>
                <a:latin typeface="Arial"/>
                <a:ea typeface="Arial"/>
                <a:cs typeface="Arial"/>
              </a:defRPr>
            </a:pPr>
            <a:r>
              <a:rPr sz="1800" b="0">
                <a:solidFill>
                  <a:srgbClr val="DDE0E7"/>
                </a:solidFill>
                <a:latin typeface="Arial"/>
                <a:ea typeface="Arial"/>
                <a:cs typeface="Arial"/>
              </a:rPr>
              <a:t>18 синтетических персон КТ-2 и 4 новые ролевые симуляции помогли подготовить вопросы.</a:t>
            </a:r>
          </a:p>
        </p:txBody>
      </p:sp>
      <p:sp>
        <p:nvSpPr>
          <p:cNvPr id="25" name="Синтетические интервью не подтверждают спрос,">
            <a:extLst xmlns:a="http://schemas.openxmlformats.org/drawingml/2006/main">
              <a:ext uri="{FF2B5EF4-FFF2-40B4-BE49-F238E27FC236}">
                <a16:creationId xmlns:a16="http://schemas.microsoft.com/office/drawing/2014/main" id="{B8E4983A-03CB-463F-9ED6-E02B579D72E9}"/>
              </a:ext>
            </a:extLst>
          </p:cNvPr>
          <p:cNvSpPr>
            <a:spLocks xmlns:a="http://schemas.openxmlformats.org/drawingml/2006/main" noGrp="1"/>
          </p:cNvSpPr>
          <p:nvPr/>
        </p:nvSpPr>
        <p:spPr>
          <a:xfrm xmlns:a="http://schemas.openxmlformats.org/drawingml/2006/main">
            <a:off x="777240" y="6019800"/>
            <a:ext cx="1061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Синтетические интервью не подтверждают спрос, частоту отказов или неисправность показанного насоса.</a:t>
            </a:r>
          </a:p>
        </p:txBody>
      </p:sp>
    </p:spTree>
    <p:extLst>
      <p:ext uri="{BB962C8B-B14F-4D97-AF65-F5344CB8AC3E}">
        <p14:creationId xmlns:p14="http://schemas.microsoft.com/office/powerpoint/2010/main" val="2002"/>
      </p:ext>
    </p:extLst>
  </p:cSld>
</p:sld>
</file>

<file path=ppt/slides/slide4.xml><?xml version="1.0" encoding="utf-8"?>
<p:sld xmlns:p="http://schemas.openxmlformats.org/presentationml/2006/main">
  <p:cSld>
    <p:bg>
      <p:bgPr>
        <a:blipFill xmlns:a="http://schemas.openxmlformats.org/drawingml/2006/main" rotWithShape="1">
          <a:blip xmlns:r="http://schemas.openxmlformats.org/officeDocument/2006/relationships" r:embed="Rfefb9209c6a64953">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ПОЛЬЗОВАТЕЛЬ И ЗАДАЧИ</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Первая версия для инженера станции</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4</a:t>
            </a:r>
            <a:endParaRPr sz="1100"/>
          </a:p>
        </p:txBody>
      </p:sp>
      <p:graphicFrame>
        <p:nvGraphicFramePr>
          <p:cNvPr id="17" name="">
            <a:extLst xmlns:a="http://schemas.openxmlformats.org/drawingml/2006/main">
              <a:ext uri="{FF2B5EF4-FFF2-40B4-BE49-F238E27FC236}">
                <a16:creationId xmlns:a16="http://schemas.microsoft.com/office/drawing/2014/main" id="{EFB7B664-7F50-40F7-A146-B1789BDBC267}"/>
              </a:ext>
            </a:extLst>
          </p:cNvPr>
          <p:cNvGraphicFramePr/>
          <p:nvPr/>
        </p:nvGraphicFramePr>
        <p:xfrm>
          <a:off xmlns:a="http://schemas.openxmlformats.org/drawingml/2006/main" x="777240" y="1733550"/>
          <a:ext xmlns:a="http://schemas.openxmlformats.org/drawingml/2006/main" cx="10607040" cy="3086100"/>
        </p:xfrm>
        <a:graphic xmlns:a="http://schemas.openxmlformats.org/drawingml/2006/main">
          <a:graphicData uri="http://schemas.openxmlformats.org/drawingml/2006/table">
            <a:tbl>
              <a:tblPr/>
              <a:tblGrid>
                <a:gridCol w="2381250"/>
                <a:gridCol w="4476750"/>
                <a:gridCol w="3749040"/>
              </a:tblGrid>
              <a:tr h="476250">
                <a:tc>
                  <a:txBody>
                    <a:bodyPr/>
                    <a:lstStyle/>
                    <a:p>
                      <a:r>
                        <a:rPr sz="1650" b="1">
                          <a:solidFill>
                            <a:srgbClr val="2EE6C9"/>
                          </a:solidFill>
                          <a:latin typeface="Arial"/>
                          <a:ea typeface="Arial"/>
                          <a:cs typeface="Arial"/>
                        </a:rPr>
                        <a:t>Ситуация</a:t>
                      </a:r>
                    </a:p>
                  </a:txBody>
                  <a:tcPr marL="114300" marR="114300" marT="114300" marB="95250" anchor="t">
                    <a:lnL w="9525">
                      <a:solidFill>
                        <a:srgbClr val="30343F"/>
                      </a:solidFill>
                      <a:prstDash val="solid"/>
                    </a:lnL>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c>
                  <a:txBody>
                    <a:bodyPr/>
                    <a:lstStyle/>
                    <a:p>
                      <a:r>
                        <a:rPr sz="1650" b="1">
                          <a:solidFill>
                            <a:srgbClr val="2EE6C9"/>
                          </a:solidFill>
                          <a:latin typeface="Arial"/>
                          <a:ea typeface="Arial"/>
                          <a:cs typeface="Arial"/>
                        </a:rPr>
                        <a:t>Связанные задачи</a:t>
                      </a:r>
                    </a:p>
                  </a:txBody>
                  <a:tcPr marL="114300" marR="114300" marT="114300" marB="95250" anchor="t">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c>
                  <a:txBody>
                    <a:bodyPr/>
                    <a:lstStyle/>
                    <a:p>
                      <a:r>
                        <a:rPr sz="1650" b="1">
                          <a:solidFill>
                            <a:srgbClr val="2EE6C9"/>
                          </a:solidFill>
                          <a:latin typeface="Arial"/>
                          <a:ea typeface="Arial"/>
                          <a:cs typeface="Arial"/>
                        </a:rPr>
                        <a:t>Результат</a:t>
                      </a:r>
                    </a:p>
                  </a:txBody>
                  <a:tcPr marL="114300" marR="114300" marT="114300" marB="95250" anchor="t">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r>
              <a:tr h="1304925">
                <a:tc>
                  <a:txBody>
                    <a:bodyPr/>
                    <a:lstStyle/>
                    <a:p>
                      <a:r>
                        <a:rPr sz="1650" b="1">
                          <a:solidFill>
                            <a:srgbClr val="B8A1FF"/>
                          </a:solidFill>
                          <a:latin typeface="Arial"/>
                          <a:ea typeface="Arial"/>
                          <a:cs typeface="Arial"/>
                        </a:rPr>
                        <a:t>Есть предупреждение</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650">
                          <a:solidFill>
                            <a:srgbClr val="DDE0E7"/>
                          </a:solidFill>
                          <a:latin typeface="Arial"/>
                          <a:ea typeface="Arial"/>
                          <a:cs typeface="Arial"/>
                        </a:rPr>
                        <a:t>Найти насос, разобрать основания, внести результаты проверок, выбрать действие</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650">
                          <a:solidFill>
                            <a:srgbClr val="DDE0E7"/>
                          </a:solidFill>
                          <a:latin typeface="Arial"/>
                          <a:ea typeface="Arial"/>
                          <a:cs typeface="Arial"/>
                        </a:rPr>
                        <a:t>Задание с обоснованием, ответственным и сроком</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1304925">
                <a:tc>
                  <a:txBody>
                    <a:bodyPr/>
                    <a:lstStyle/>
                    <a:p>
                      <a:r>
                        <a:rPr sz="1650" b="1">
                          <a:solidFill>
                            <a:srgbClr val="B8A1FF"/>
                          </a:solidFill>
                          <a:latin typeface="Arial"/>
                          <a:ea typeface="Arial"/>
                          <a:cs typeface="Arial"/>
                        </a:rPr>
                        <a:t>Нет свежих показаний</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650">
                          <a:solidFill>
                            <a:srgbClr val="DDE0E7"/>
                          </a:solidFill>
                          <a:latin typeface="Arial"/>
                          <a:ea typeface="Arial"/>
                          <a:cs typeface="Arial"/>
                        </a:rPr>
                        <a:t>Уточнить состояние канала, исправить ошибку подтверждения, повторить оценку</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650">
                          <a:solidFill>
                            <a:srgbClr val="DDE0E7"/>
                          </a:solidFill>
                          <a:latin typeface="Arial"/>
                          <a:ea typeface="Arial"/>
                          <a:cs typeface="Arial"/>
                        </a:rPr>
                        <a:t>Запрос на данные или обновлённая оценка учебного среза</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bl>
          </a:graphicData>
        </a:graphic>
      </p:graphicFrame>
      <p:sp>
        <p:nvSpPr>
          <p:cNvPr id="18" name="Почему этот объём">
            <a:extLst xmlns:a="http://schemas.openxmlformats.org/drawingml/2006/main">
              <a:ext uri="{FF2B5EF4-FFF2-40B4-BE49-F238E27FC236}">
                <a16:creationId xmlns:a16="http://schemas.microsoft.com/office/drawing/2014/main" id="{3A964AF8-AAC1-4B2F-AA77-0EB8A9C75B05}"/>
              </a:ext>
            </a:extLst>
          </p:cNvPr>
          <p:cNvSpPr>
            <a:spLocks xmlns:a="http://schemas.openxmlformats.org/drawingml/2006/main" noGrp="1"/>
          </p:cNvSpPr>
          <p:nvPr/>
        </p:nvSpPr>
        <p:spPr>
          <a:xfrm xmlns:a="http://schemas.openxmlformats.org/drawingml/2006/main">
            <a:off x="781050" y="5133975"/>
            <a:ext cx="2524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EE6C9"/>
                </a:solidFill>
                <a:latin typeface="Arial"/>
                <a:ea typeface="Arial"/>
                <a:cs typeface="Arial"/>
              </a:defRPr>
            </a:defPPr>
            <a:lvl1pPr>
              <a:defRPr sz="1800" b="1">
                <a:solidFill>
                  <a:srgbClr val="2EE6C9"/>
                </a:solidFill>
                <a:latin typeface="Arial"/>
                <a:ea typeface="Arial"/>
                <a:cs typeface="Arial"/>
              </a:defRPr>
            </a:lvl1pPr>
            <a:lvl2pPr>
              <a:defRPr sz="1800" b="1">
                <a:solidFill>
                  <a:srgbClr val="2EE6C9"/>
                </a:solidFill>
                <a:latin typeface="Arial"/>
                <a:ea typeface="Arial"/>
                <a:cs typeface="Arial"/>
              </a:defRPr>
            </a:lvl2pPr>
            <a:lvl3pPr>
              <a:defRPr sz="1800" b="1">
                <a:solidFill>
                  <a:srgbClr val="2EE6C9"/>
                </a:solidFill>
                <a:latin typeface="Arial"/>
                <a:ea typeface="Arial"/>
                <a:cs typeface="Arial"/>
              </a:defRPr>
            </a:lvl3pPr>
            <a:lvl4pPr>
              <a:defRPr sz="1800" b="1">
                <a:solidFill>
                  <a:srgbClr val="2EE6C9"/>
                </a:solidFill>
                <a:latin typeface="Arial"/>
                <a:ea typeface="Arial"/>
                <a:cs typeface="Arial"/>
              </a:defRPr>
            </a:lvl4pPr>
            <a:lvl5pPr>
              <a:defRPr sz="1800" b="1">
                <a:solidFill>
                  <a:srgbClr val="2EE6C9"/>
                </a:solidFill>
                <a:latin typeface="Arial"/>
                <a:ea typeface="Arial"/>
                <a:cs typeface="Arial"/>
              </a:defRPr>
            </a:lvl5pPr>
            <a:lvl6pPr>
              <a:defRPr sz="1800" b="1">
                <a:solidFill>
                  <a:srgbClr val="2EE6C9"/>
                </a:solidFill>
                <a:latin typeface="Arial"/>
                <a:ea typeface="Arial"/>
                <a:cs typeface="Arial"/>
              </a:defRPr>
            </a:lvl6pPr>
            <a:lvl7pPr>
              <a:defRPr sz="1800" b="1">
                <a:solidFill>
                  <a:srgbClr val="2EE6C9"/>
                </a:solidFill>
                <a:latin typeface="Arial"/>
                <a:ea typeface="Arial"/>
                <a:cs typeface="Arial"/>
              </a:defRPr>
            </a:lvl7pPr>
            <a:lvl8pPr>
              <a:defRPr sz="1800" b="1">
                <a:solidFill>
                  <a:srgbClr val="2EE6C9"/>
                </a:solidFill>
                <a:latin typeface="Arial"/>
                <a:ea typeface="Arial"/>
                <a:cs typeface="Arial"/>
              </a:defRPr>
            </a:lvl8pPr>
            <a:lvl9pPr>
              <a:defRPr sz="1800" b="1">
                <a:solidFill>
                  <a:srgbClr val="2EE6C9"/>
                </a:solidFill>
                <a:latin typeface="Arial"/>
                <a:ea typeface="Arial"/>
                <a:cs typeface="Arial"/>
              </a:defRPr>
            </a:lvl9pPr>
          </a:lstStyle>
          <a:p xmlns:a="http://schemas.openxmlformats.org/drawingml/2006/main">
            <a:pPr>
              <a:defRPr sz="1800" b="1">
                <a:solidFill>
                  <a:srgbClr val="2EE6C9"/>
                </a:solidFill>
                <a:latin typeface="Arial"/>
                <a:ea typeface="Arial"/>
                <a:cs typeface="Arial"/>
              </a:defRPr>
            </a:pPr>
            <a:r>
              <a:rPr sz="1800" b="1">
                <a:solidFill>
                  <a:srgbClr val="2EE6C9"/>
                </a:solidFill>
                <a:latin typeface="Arial"/>
                <a:ea typeface="Arial"/>
                <a:cs typeface="Arial"/>
              </a:rPr>
              <a:t>Почему этот объём</a:t>
            </a:r>
          </a:p>
        </p:txBody>
      </p:sp>
      <p:sp>
        <p:nvSpPr>
          <p:cNvPr id="19" name="Проверяем один законченный процесс принятия р">
            <a:extLst xmlns:a="http://schemas.openxmlformats.org/drawingml/2006/main">
              <a:ext uri="{FF2B5EF4-FFF2-40B4-BE49-F238E27FC236}">
                <a16:creationId xmlns:a16="http://schemas.microsoft.com/office/drawing/2014/main" id="{F69A169F-DCEC-434E-9CED-5EFA12122313}"/>
              </a:ext>
            </a:extLst>
          </p:cNvPr>
          <p:cNvSpPr>
            <a:spLocks xmlns:a="http://schemas.openxmlformats.org/drawingml/2006/main" noGrp="1"/>
          </p:cNvSpPr>
          <p:nvPr/>
        </p:nvSpPr>
        <p:spPr>
          <a:xfrm xmlns:a="http://schemas.openxmlformats.org/drawingml/2006/main">
            <a:off x="3476625" y="5143500"/>
            <a:ext cx="785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DE0E7"/>
                </a:solidFill>
                <a:latin typeface="Arial"/>
                <a:ea typeface="Arial"/>
                <a:cs typeface="Arial"/>
              </a:defRPr>
            </a:defPPr>
            <a:lvl1pPr>
              <a:defRPr sz="1875" b="0">
                <a:solidFill>
                  <a:srgbClr val="DDE0E7"/>
                </a:solidFill>
                <a:latin typeface="Arial"/>
                <a:ea typeface="Arial"/>
                <a:cs typeface="Arial"/>
              </a:defRPr>
            </a:lvl1pPr>
            <a:lvl2pPr>
              <a:defRPr sz="1875" b="0">
                <a:solidFill>
                  <a:srgbClr val="DDE0E7"/>
                </a:solidFill>
                <a:latin typeface="Arial"/>
                <a:ea typeface="Arial"/>
                <a:cs typeface="Arial"/>
              </a:defRPr>
            </a:lvl2pPr>
            <a:lvl3pPr>
              <a:defRPr sz="1875" b="0">
                <a:solidFill>
                  <a:srgbClr val="DDE0E7"/>
                </a:solidFill>
                <a:latin typeface="Arial"/>
                <a:ea typeface="Arial"/>
                <a:cs typeface="Arial"/>
              </a:defRPr>
            </a:lvl3pPr>
            <a:lvl4pPr>
              <a:defRPr sz="1875" b="0">
                <a:solidFill>
                  <a:srgbClr val="DDE0E7"/>
                </a:solidFill>
                <a:latin typeface="Arial"/>
                <a:ea typeface="Arial"/>
                <a:cs typeface="Arial"/>
              </a:defRPr>
            </a:lvl4pPr>
            <a:lvl5pPr>
              <a:defRPr sz="1875" b="0">
                <a:solidFill>
                  <a:srgbClr val="DDE0E7"/>
                </a:solidFill>
                <a:latin typeface="Arial"/>
                <a:ea typeface="Arial"/>
                <a:cs typeface="Arial"/>
              </a:defRPr>
            </a:lvl5pPr>
            <a:lvl6pPr>
              <a:defRPr sz="1875" b="0">
                <a:solidFill>
                  <a:srgbClr val="DDE0E7"/>
                </a:solidFill>
                <a:latin typeface="Arial"/>
                <a:ea typeface="Arial"/>
                <a:cs typeface="Arial"/>
              </a:defRPr>
            </a:lvl6pPr>
            <a:lvl7pPr>
              <a:defRPr sz="1875" b="0">
                <a:solidFill>
                  <a:srgbClr val="DDE0E7"/>
                </a:solidFill>
                <a:latin typeface="Arial"/>
                <a:ea typeface="Arial"/>
                <a:cs typeface="Arial"/>
              </a:defRPr>
            </a:lvl7pPr>
            <a:lvl8pPr>
              <a:defRPr sz="1875" b="0">
                <a:solidFill>
                  <a:srgbClr val="DDE0E7"/>
                </a:solidFill>
                <a:latin typeface="Arial"/>
                <a:ea typeface="Arial"/>
                <a:cs typeface="Arial"/>
              </a:defRPr>
            </a:lvl8pPr>
            <a:lvl9pPr>
              <a:defRPr sz="1875" b="0">
                <a:solidFill>
                  <a:srgbClr val="DDE0E7"/>
                </a:solidFill>
                <a:latin typeface="Arial"/>
                <a:ea typeface="Arial"/>
                <a:cs typeface="Arial"/>
              </a:defRPr>
            </a:lvl9pPr>
          </a:lstStyle>
          <a:p xmlns:a="http://schemas.openxmlformats.org/drawingml/2006/main">
            <a:pPr>
              <a:defRPr sz="1875" b="0">
                <a:solidFill>
                  <a:srgbClr val="DDE0E7"/>
                </a:solidFill>
                <a:latin typeface="Arial"/>
                <a:ea typeface="Arial"/>
                <a:cs typeface="Arial"/>
              </a:defRPr>
            </a:pPr>
            <a:r>
              <a:rPr sz="1875" b="0">
                <a:solidFill>
                  <a:srgbClr val="DDE0E7"/>
                </a:solidFill>
                <a:latin typeface="Arial"/>
                <a:ea typeface="Arial"/>
                <a:cs typeface="Arial"/>
              </a:rPr>
              <a:t>Проверяем один законченный процесс принятия решения.</a:t>
            </a:r>
          </a:p>
        </p:txBody>
      </p:sp>
      <p:sp>
        <p:nvSpPr>
          <p:cNvPr id="20" name="За границами: реальное ТОиР, подключение датч">
            <a:extLst xmlns:a="http://schemas.openxmlformats.org/drawingml/2006/main">
              <a:ext uri="{FF2B5EF4-FFF2-40B4-BE49-F238E27FC236}">
                <a16:creationId xmlns:a16="http://schemas.microsoft.com/office/drawing/2014/main" id="{ED7DF476-C486-483F-8B05-882D757931B0}"/>
              </a:ext>
            </a:extLst>
          </p:cNvPr>
          <p:cNvSpPr>
            <a:spLocks xmlns:a="http://schemas.openxmlformats.org/drawingml/2006/main" noGrp="1"/>
          </p:cNvSpPr>
          <p:nvPr/>
        </p:nvSpPr>
        <p:spPr>
          <a:xfrm xmlns:a="http://schemas.openxmlformats.org/drawingml/2006/main">
            <a:off x="777240" y="6019800"/>
            <a:ext cx="1061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За границами: реальное ТОиР, подключение датчиков, обученная модель и управление оборудованием.</a:t>
            </a:r>
          </a:p>
        </p:txBody>
      </p:sp>
    </p:spTree>
    <p:extLst>
      <p:ext uri="{BB962C8B-B14F-4D97-AF65-F5344CB8AC3E}">
        <p14:creationId xmlns:p14="http://schemas.microsoft.com/office/powerpoint/2010/main" val="2003"/>
      </p:ext>
    </p:extLst>
  </p:cSld>
</p:sld>
</file>

<file path=ppt/slides/slide5.xml><?xml version="1.0" encoding="utf-8"?>
<p:sld xmlns:p="http://schemas.openxmlformats.org/presentationml/2006/main">
  <p:cSld>
    <p:bg>
      <p:bgPr>
        <a:blipFill xmlns:a="http://schemas.openxmlformats.org/drawingml/2006/main" rotWithShape="1">
          <a:blip xmlns:r="http://schemas.openxmlformats.org/officeDocument/2006/relationships" r:embed="R797e877c1d574fa2">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КАРТА ПОЛЬЗОВАТЕЛЬСКОГО ПУТИ</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Действия, ответы и возвраты</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5</a:t>
            </a:r>
            <a:endParaRPr sz="1100"/>
          </a:p>
        </p:txBody>
      </p:sp>
      <p:graphicFrame>
        <p:nvGraphicFramePr>
          <p:cNvPr id="17" name="">
            <a:extLst xmlns:a="http://schemas.openxmlformats.org/drawingml/2006/main">
              <a:ext uri="{FF2B5EF4-FFF2-40B4-BE49-F238E27FC236}">
                <a16:creationId xmlns:a16="http://schemas.microsoft.com/office/drawing/2014/main" id="{58C14DD5-9014-41AB-AE61-36BA7BCE1123}"/>
              </a:ext>
            </a:extLst>
          </p:cNvPr>
          <p:cNvGraphicFramePr/>
          <p:nvPr/>
        </p:nvGraphicFramePr>
        <p:xfrm>
          <a:off xmlns:a="http://schemas.openxmlformats.org/drawingml/2006/main" x="777240" y="1724025"/>
          <a:ext xmlns:a="http://schemas.openxmlformats.org/drawingml/2006/main" cx="10607040" cy="4181475"/>
        </p:xfrm>
        <a:graphic xmlns:a="http://schemas.openxmlformats.org/drawingml/2006/main">
          <a:graphicData uri="http://schemas.openxmlformats.org/drawingml/2006/table">
            <a:tbl>
              <a:tblPr/>
              <a:tblGrid>
                <a:gridCol w="1381125"/>
                <a:gridCol w="2857500"/>
                <a:gridCol w="3133725"/>
                <a:gridCol w="3234690"/>
              </a:tblGrid>
              <a:tr h="476250">
                <a:tc>
                  <a:txBody>
                    <a:bodyPr/>
                    <a:lstStyle/>
                    <a:p>
                      <a:r>
                        <a:rPr sz="1425" b="1">
                          <a:solidFill>
                            <a:srgbClr val="2EE6C9"/>
                          </a:solidFill>
                          <a:latin typeface="Arial"/>
                          <a:ea typeface="Arial"/>
                          <a:cs typeface="Arial"/>
                        </a:rPr>
                        <a:t>Этап</a:t>
                      </a:r>
                    </a:p>
                  </a:txBody>
                  <a:tcPr marL="114300" marR="114300" marT="114300" marB="95250" anchor="t">
                    <a:lnL w="9525">
                      <a:solidFill>
                        <a:srgbClr val="30343F"/>
                      </a:solidFill>
                      <a:prstDash val="solid"/>
                    </a:lnL>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c>
                  <a:txBody>
                    <a:bodyPr/>
                    <a:lstStyle/>
                    <a:p>
                      <a:r>
                        <a:rPr sz="1425" b="1">
                          <a:solidFill>
                            <a:srgbClr val="2EE6C9"/>
                          </a:solidFill>
                          <a:latin typeface="Arial"/>
                          <a:ea typeface="Arial"/>
                          <a:cs typeface="Arial"/>
                        </a:rPr>
                        <a:t>Действие инженера</a:t>
                      </a:r>
                    </a:p>
                  </a:txBody>
                  <a:tcPr marL="114300" marR="114300" marT="114300" marB="95250" anchor="t">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c>
                  <a:txBody>
                    <a:bodyPr/>
                    <a:lstStyle/>
                    <a:p>
                      <a:r>
                        <a:rPr sz="1425" b="1">
                          <a:solidFill>
                            <a:srgbClr val="2EE6C9"/>
                          </a:solidFill>
                          <a:latin typeface="Arial"/>
                          <a:ea typeface="Arial"/>
                          <a:cs typeface="Arial"/>
                        </a:rPr>
                        <a:t>Ответ продукта</a:t>
                      </a:r>
                    </a:p>
                  </a:txBody>
                  <a:tcPr marL="114300" marR="114300" marT="114300" marB="95250" anchor="t">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c>
                  <a:txBody>
                    <a:bodyPr/>
                    <a:lstStyle/>
                    <a:p>
                      <a:r>
                        <a:rPr sz="1425" b="1">
                          <a:solidFill>
                            <a:srgbClr val="2EE6C9"/>
                          </a:solidFill>
                          <a:latin typeface="Arial"/>
                          <a:ea typeface="Arial"/>
                          <a:cs typeface="Arial"/>
                        </a:rPr>
                        <a:t>Вариант / возврат</a:t>
                      </a:r>
                    </a:p>
                  </a:txBody>
                  <a:tcPr marL="114300" marR="114300" marT="114300" marB="95250" anchor="t">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r>
              <a:tr h="666750">
                <a:tc>
                  <a:txBody>
                    <a:bodyPr/>
                    <a:lstStyle/>
                    <a:p>
                      <a:r>
                        <a:rPr sz="1425" b="1">
                          <a:solidFill>
                            <a:srgbClr val="B8A1FF"/>
                          </a:solidFill>
                          <a:latin typeface="Arial"/>
                          <a:ea typeface="Arial"/>
                          <a:cs typeface="Arial"/>
                        </a:rPr>
                        <a:t>Найти</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Выбрать насос и узел</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Статус, показания, схема</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Поиск, резерв, нет данных</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790575">
                <a:tc>
                  <a:txBody>
                    <a:bodyPr/>
                    <a:lstStyle/>
                    <a:p>
                      <a:r>
                        <a:rPr sz="1425" b="1">
                          <a:solidFill>
                            <a:srgbClr val="B8A1FF"/>
                          </a:solidFill>
                          <a:latin typeface="Arial"/>
                          <a:ea typeface="Arial"/>
                          <a:cs typeface="Arial"/>
                        </a:rPr>
                        <a:t>Разобрать</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Сверить основания и проверки</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Возможная причина и её ограничения</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Расхождение: уточнить канал или режим</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666750">
                <a:tc>
                  <a:txBody>
                    <a:bodyPr/>
                    <a:lstStyle/>
                    <a:p>
                      <a:r>
                        <a:rPr sz="1425" b="1">
                          <a:solidFill>
                            <a:srgbClr val="B8A1FF"/>
                          </a:solidFill>
                          <a:latin typeface="Arial"/>
                          <a:ea typeface="Arial"/>
                          <a:cs typeface="Arial"/>
                        </a:rPr>
                        <a:t>Решить</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Выбрать следующий шаг</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Отдельный черновик действия</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Диагностика, обслуживание, повтор</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838200">
                <a:tc>
                  <a:txBody>
                    <a:bodyPr/>
                    <a:lstStyle/>
                    <a:p>
                      <a:r>
                        <a:rPr sz="1425" b="1">
                          <a:solidFill>
                            <a:srgbClr val="B8A1FF"/>
                          </a:solidFill>
                          <a:latin typeface="Arial"/>
                          <a:ea typeface="Arial"/>
                          <a:cs typeface="Arial"/>
                        </a:rPr>
                        <a:t>Создать</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Заполнить обоснование, срок, ответственного</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Ошибка у поля или номер задания</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Исправление и возврат сохраняют ввод</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742950">
                <a:tc>
                  <a:txBody>
                    <a:bodyPr/>
                    <a:lstStyle/>
                    <a:p>
                      <a:r>
                        <a:rPr sz="1425" b="1">
                          <a:solidFill>
                            <a:srgbClr val="B8A1FF"/>
                          </a:solidFill>
                          <a:latin typeface="Arial"/>
                          <a:ea typeface="Arial"/>
                          <a:cs typeface="Arial"/>
                        </a:rPr>
                        <a:t>Продолжить</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Скачать, записать исход</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Файл и запись в журнале</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425">
                          <a:solidFill>
                            <a:srgbClr val="DDE0E7"/>
                          </a:solidFill>
                          <a:latin typeface="Arial"/>
                          <a:ea typeface="Arial"/>
                          <a:cs typeface="Arial"/>
                        </a:rPr>
                        <a:t>Возврат к насосу; сигнал не закрыт</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bl>
          </a:graphicData>
        </a:graphic>
      </p:graphicFrame>
      <p:sp>
        <p:nvSpPr>
          <p:cNvPr id="18" name="Ветка ПН-03: ошибка подтверждения, запрос дан">
            <a:extLst xmlns:a="http://schemas.openxmlformats.org/drawingml/2006/main">
              <a:ext uri="{FF2B5EF4-FFF2-40B4-BE49-F238E27FC236}">
                <a16:creationId xmlns:a16="http://schemas.microsoft.com/office/drawing/2014/main" id="{44A655C7-DA72-42F7-8120-894CE6148D9F}"/>
              </a:ext>
            </a:extLst>
          </p:cNvPr>
          <p:cNvSpPr>
            <a:spLocks xmlns:a="http://schemas.openxmlformats.org/drawingml/2006/main" noGrp="1"/>
          </p:cNvSpPr>
          <p:nvPr/>
        </p:nvSpPr>
        <p:spPr>
          <a:xfrm xmlns:a="http://schemas.openxmlformats.org/drawingml/2006/main">
            <a:off x="777240" y="6076950"/>
            <a:ext cx="1061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Ветка ПН-03: ошибка подтверждения, запрос данных, сохранение проверенного пакета и отдельный повтор.</a:t>
            </a:r>
          </a:p>
        </p:txBody>
      </p:sp>
    </p:spTree>
    <p:extLst>
      <p:ext uri="{BB962C8B-B14F-4D97-AF65-F5344CB8AC3E}">
        <p14:creationId xmlns:p14="http://schemas.microsoft.com/office/powerpoint/2010/main" val="2004"/>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1605f15ce92849b9">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ЭКРАН 1</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Главный экран: состояние и следующий шаг</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6</a:t>
            </a:r>
            <a:endParaRPr sz="1100"/>
          </a:p>
        </p:txBody>
      </p:sp>
      <p:pic>
        <p:nvPicPr>
          <p:cNvPr id="17" name="">
            <a:extLst xmlns:a="http://schemas.openxmlformats.org/drawingml/2006/main">
              <a:ext uri="{FF2B5EF4-FFF2-40B4-BE49-F238E27FC236}">
                <a16:creationId xmlns:a16="http://schemas.microsoft.com/office/drawing/2014/main" id="{6B8098FD-D355-4CA3-9025-8EA40F1D17A7}"/>
              </a:ext>
            </a:extLst>
          </p:cNvPr>
          <p:cNvPicPr>
            <a:picLocks xmlns:a="http://schemas.openxmlformats.org/drawingml/2006/main" noChangeAspect="1"/>
          </p:cNvPicPr>
          <p:nvPr/>
        </p:nvPicPr>
        <p:blipFill>
          <a:blip xmlns:r="http://schemas.openxmlformats.org/officeDocument/2006/relationships" xmlns:a="http://schemas.openxmlformats.org/drawingml/2006/main" r:embed="Rd15d9161d7334e1d"/>
          <a:stretch xmlns:a="http://schemas.openxmlformats.org/drawingml/2006/main"/>
        </p:blipFill>
        <p:spPr>
          <a:xfrm xmlns:a="http://schemas.openxmlformats.org/drawingml/2006/main">
            <a:off x="783907" y="1657350"/>
            <a:ext cx="7376160" cy="4610100"/>
          </a:xfrm>
          <a:prstGeom xmlns:a="http://schemas.openxmlformats.org/drawingml/2006/main" prst="rect">
            <a:avLst/>
          </a:prstGeom>
        </p:spPr>
      </p:pic>
      <p:sp>
        <p:nvSpPr>
          <p:cNvPr id="18" name="Что требует внимания">
            <a:extLst xmlns:a="http://schemas.openxmlformats.org/drawingml/2006/main">
              <a:ext uri="{FF2B5EF4-FFF2-40B4-BE49-F238E27FC236}">
                <a16:creationId xmlns:a16="http://schemas.microsoft.com/office/drawing/2014/main" id="{F391F6DE-1000-435E-8F10-79C795B76FF3}"/>
              </a:ext>
            </a:extLst>
          </p:cNvPr>
          <p:cNvSpPr>
            <a:spLocks xmlns:a="http://schemas.openxmlformats.org/drawingml/2006/main" noGrp="1"/>
          </p:cNvSpPr>
          <p:nvPr/>
        </p:nvSpPr>
        <p:spPr>
          <a:xfrm xmlns:a="http://schemas.openxmlformats.org/drawingml/2006/main">
            <a:off x="8505825" y="180975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EE6C9"/>
                </a:solidFill>
                <a:latin typeface="Arial"/>
                <a:ea typeface="Arial"/>
                <a:cs typeface="Arial"/>
              </a:defRPr>
            </a:defPPr>
            <a:lvl1pPr>
              <a:defRPr sz="2100" b="1">
                <a:solidFill>
                  <a:srgbClr val="2EE6C9"/>
                </a:solidFill>
                <a:latin typeface="Arial"/>
                <a:ea typeface="Arial"/>
                <a:cs typeface="Arial"/>
              </a:defRPr>
            </a:lvl1pPr>
            <a:lvl2pPr>
              <a:defRPr sz="2100" b="1">
                <a:solidFill>
                  <a:srgbClr val="2EE6C9"/>
                </a:solidFill>
                <a:latin typeface="Arial"/>
                <a:ea typeface="Arial"/>
                <a:cs typeface="Arial"/>
              </a:defRPr>
            </a:lvl2pPr>
            <a:lvl3pPr>
              <a:defRPr sz="2100" b="1">
                <a:solidFill>
                  <a:srgbClr val="2EE6C9"/>
                </a:solidFill>
                <a:latin typeface="Arial"/>
                <a:ea typeface="Arial"/>
                <a:cs typeface="Arial"/>
              </a:defRPr>
            </a:lvl3pPr>
            <a:lvl4pPr>
              <a:defRPr sz="2100" b="1">
                <a:solidFill>
                  <a:srgbClr val="2EE6C9"/>
                </a:solidFill>
                <a:latin typeface="Arial"/>
                <a:ea typeface="Arial"/>
                <a:cs typeface="Arial"/>
              </a:defRPr>
            </a:lvl4pPr>
            <a:lvl5pPr>
              <a:defRPr sz="2100" b="1">
                <a:solidFill>
                  <a:srgbClr val="2EE6C9"/>
                </a:solidFill>
                <a:latin typeface="Arial"/>
                <a:ea typeface="Arial"/>
                <a:cs typeface="Arial"/>
              </a:defRPr>
            </a:lvl5pPr>
            <a:lvl6pPr>
              <a:defRPr sz="2100" b="1">
                <a:solidFill>
                  <a:srgbClr val="2EE6C9"/>
                </a:solidFill>
                <a:latin typeface="Arial"/>
                <a:ea typeface="Arial"/>
                <a:cs typeface="Arial"/>
              </a:defRPr>
            </a:lvl6pPr>
            <a:lvl7pPr>
              <a:defRPr sz="2100" b="1">
                <a:solidFill>
                  <a:srgbClr val="2EE6C9"/>
                </a:solidFill>
                <a:latin typeface="Arial"/>
                <a:ea typeface="Arial"/>
                <a:cs typeface="Arial"/>
              </a:defRPr>
            </a:lvl7pPr>
            <a:lvl8pPr>
              <a:defRPr sz="2100" b="1">
                <a:solidFill>
                  <a:srgbClr val="2EE6C9"/>
                </a:solidFill>
                <a:latin typeface="Arial"/>
                <a:ea typeface="Arial"/>
                <a:cs typeface="Arial"/>
              </a:defRPr>
            </a:lvl8pPr>
            <a:lvl9pPr>
              <a:defRPr sz="2100" b="1">
                <a:solidFill>
                  <a:srgbClr val="2EE6C9"/>
                </a:solidFill>
                <a:latin typeface="Arial"/>
                <a:ea typeface="Arial"/>
                <a:cs typeface="Arial"/>
              </a:defRPr>
            </a:lvl9pPr>
          </a:lstStyle>
          <a:p xmlns:a="http://schemas.openxmlformats.org/drawingml/2006/main">
            <a:pPr>
              <a:defRPr sz="2100" b="1">
                <a:solidFill>
                  <a:srgbClr val="2EE6C9"/>
                </a:solidFill>
                <a:latin typeface="Arial"/>
                <a:ea typeface="Arial"/>
                <a:cs typeface="Arial"/>
              </a:defRPr>
            </a:pPr>
            <a:r>
              <a:rPr sz="2100" b="1">
                <a:solidFill>
                  <a:srgbClr val="2EE6C9"/>
                </a:solidFill>
                <a:latin typeface="Arial"/>
                <a:ea typeface="Arial"/>
                <a:cs typeface="Arial"/>
              </a:rPr>
              <a:t>Что требует внимания</a:t>
            </a:r>
          </a:p>
        </p:txBody>
      </p:sp>
      <p:sp>
        <p:nvSpPr>
          <p:cNvPr id="19" name="ПН-01: рост вибрации и нагрев опоры.">
            <a:extLst xmlns:a="http://schemas.openxmlformats.org/drawingml/2006/main">
              <a:ext uri="{FF2B5EF4-FFF2-40B4-BE49-F238E27FC236}">
                <a16:creationId xmlns:a16="http://schemas.microsoft.com/office/drawing/2014/main" id="{064D61C7-B5F0-48FF-8BA2-E2ADA16F2240}"/>
              </a:ext>
            </a:extLst>
          </p:cNvPr>
          <p:cNvSpPr>
            <a:spLocks xmlns:a="http://schemas.openxmlformats.org/drawingml/2006/main" noGrp="1"/>
          </p:cNvSpPr>
          <p:nvPr/>
        </p:nvSpPr>
        <p:spPr>
          <a:xfrm xmlns:a="http://schemas.openxmlformats.org/drawingml/2006/main">
            <a:off x="8505825" y="26955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4F7"/>
                </a:solidFill>
                <a:latin typeface="Arial"/>
                <a:ea typeface="Arial"/>
                <a:cs typeface="Arial"/>
              </a:defRPr>
            </a:defPPr>
            <a:lvl1pPr>
              <a:defRPr sz="2025" b="0">
                <a:solidFill>
                  <a:srgbClr val="F3F4F7"/>
                </a:solidFill>
                <a:latin typeface="Arial"/>
                <a:ea typeface="Arial"/>
                <a:cs typeface="Arial"/>
              </a:defRPr>
            </a:lvl1pPr>
            <a:lvl2pPr>
              <a:defRPr sz="2025" b="0">
                <a:solidFill>
                  <a:srgbClr val="F3F4F7"/>
                </a:solidFill>
                <a:latin typeface="Arial"/>
                <a:ea typeface="Arial"/>
                <a:cs typeface="Arial"/>
              </a:defRPr>
            </a:lvl2pPr>
            <a:lvl3pPr>
              <a:defRPr sz="2025" b="0">
                <a:solidFill>
                  <a:srgbClr val="F3F4F7"/>
                </a:solidFill>
                <a:latin typeface="Arial"/>
                <a:ea typeface="Arial"/>
                <a:cs typeface="Arial"/>
              </a:defRPr>
            </a:lvl3pPr>
            <a:lvl4pPr>
              <a:defRPr sz="2025" b="0">
                <a:solidFill>
                  <a:srgbClr val="F3F4F7"/>
                </a:solidFill>
                <a:latin typeface="Arial"/>
                <a:ea typeface="Arial"/>
                <a:cs typeface="Arial"/>
              </a:defRPr>
            </a:lvl4pPr>
            <a:lvl5pPr>
              <a:defRPr sz="2025" b="0">
                <a:solidFill>
                  <a:srgbClr val="F3F4F7"/>
                </a:solidFill>
                <a:latin typeface="Arial"/>
                <a:ea typeface="Arial"/>
                <a:cs typeface="Arial"/>
              </a:defRPr>
            </a:lvl5pPr>
            <a:lvl6pPr>
              <a:defRPr sz="2025" b="0">
                <a:solidFill>
                  <a:srgbClr val="F3F4F7"/>
                </a:solidFill>
                <a:latin typeface="Arial"/>
                <a:ea typeface="Arial"/>
                <a:cs typeface="Arial"/>
              </a:defRPr>
            </a:lvl6pPr>
            <a:lvl7pPr>
              <a:defRPr sz="2025" b="0">
                <a:solidFill>
                  <a:srgbClr val="F3F4F7"/>
                </a:solidFill>
                <a:latin typeface="Arial"/>
                <a:ea typeface="Arial"/>
                <a:cs typeface="Arial"/>
              </a:defRPr>
            </a:lvl7pPr>
            <a:lvl8pPr>
              <a:defRPr sz="2025" b="0">
                <a:solidFill>
                  <a:srgbClr val="F3F4F7"/>
                </a:solidFill>
                <a:latin typeface="Arial"/>
                <a:ea typeface="Arial"/>
                <a:cs typeface="Arial"/>
              </a:defRPr>
            </a:lvl8pPr>
            <a:lvl9pPr>
              <a:defRPr sz="2025" b="0">
                <a:solidFill>
                  <a:srgbClr val="F3F4F7"/>
                </a:solidFill>
                <a:latin typeface="Arial"/>
                <a:ea typeface="Arial"/>
                <a:cs typeface="Arial"/>
              </a:defRPr>
            </a:lvl9pPr>
          </a:lstStyle>
          <a:p xmlns:a="http://schemas.openxmlformats.org/drawingml/2006/main">
            <a:pPr>
              <a:defRPr sz="2025" b="0">
                <a:solidFill>
                  <a:srgbClr val="F3F4F7"/>
                </a:solidFill>
                <a:latin typeface="Arial"/>
                <a:ea typeface="Arial"/>
                <a:cs typeface="Arial"/>
              </a:defRPr>
            </a:pPr>
            <a:r>
              <a:rPr sz="2025" b="0">
                <a:solidFill>
                  <a:srgbClr val="F3F4F7"/>
                </a:solidFill>
                <a:latin typeface="Arial"/>
                <a:ea typeface="Arial"/>
                <a:cs typeface="Arial"/>
              </a:rPr>
              <a:t>ПН-01: рост вибрации и нагрев опоры.</a:t>
            </a:r>
          </a:p>
        </p:txBody>
      </p:sp>
      <p:sp>
        <p:nvSpPr>
          <p:cNvPr id="20" name="Что делать сейчас">
            <a:extLst xmlns:a="http://schemas.openxmlformats.org/drawingml/2006/main">
              <a:ext uri="{FF2B5EF4-FFF2-40B4-BE49-F238E27FC236}">
                <a16:creationId xmlns:a16="http://schemas.microsoft.com/office/drawing/2014/main" id="{FFAD60E1-657F-418B-8653-F7F13E3145E0}"/>
              </a:ext>
            </a:extLst>
          </p:cNvPr>
          <p:cNvSpPr>
            <a:spLocks xmlns:a="http://schemas.openxmlformats.org/drawingml/2006/main" noGrp="1"/>
          </p:cNvSpPr>
          <p:nvPr/>
        </p:nvSpPr>
        <p:spPr>
          <a:xfrm xmlns:a="http://schemas.openxmlformats.org/drawingml/2006/main">
            <a:off x="8505825" y="39814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B8A1FF"/>
                </a:solidFill>
                <a:latin typeface="Arial"/>
                <a:ea typeface="Arial"/>
                <a:cs typeface="Arial"/>
              </a:defRPr>
            </a:defPPr>
            <a:lvl1pPr>
              <a:defRPr sz="1950" b="1">
                <a:solidFill>
                  <a:srgbClr val="B8A1FF"/>
                </a:solidFill>
                <a:latin typeface="Arial"/>
                <a:ea typeface="Arial"/>
                <a:cs typeface="Arial"/>
              </a:defRPr>
            </a:lvl1pPr>
            <a:lvl2pPr>
              <a:defRPr sz="1950" b="1">
                <a:solidFill>
                  <a:srgbClr val="B8A1FF"/>
                </a:solidFill>
                <a:latin typeface="Arial"/>
                <a:ea typeface="Arial"/>
                <a:cs typeface="Arial"/>
              </a:defRPr>
            </a:lvl2pPr>
            <a:lvl3pPr>
              <a:defRPr sz="1950" b="1">
                <a:solidFill>
                  <a:srgbClr val="B8A1FF"/>
                </a:solidFill>
                <a:latin typeface="Arial"/>
                <a:ea typeface="Arial"/>
                <a:cs typeface="Arial"/>
              </a:defRPr>
            </a:lvl3pPr>
            <a:lvl4pPr>
              <a:defRPr sz="1950" b="1">
                <a:solidFill>
                  <a:srgbClr val="B8A1FF"/>
                </a:solidFill>
                <a:latin typeface="Arial"/>
                <a:ea typeface="Arial"/>
                <a:cs typeface="Arial"/>
              </a:defRPr>
            </a:lvl4pPr>
            <a:lvl5pPr>
              <a:defRPr sz="1950" b="1">
                <a:solidFill>
                  <a:srgbClr val="B8A1FF"/>
                </a:solidFill>
                <a:latin typeface="Arial"/>
                <a:ea typeface="Arial"/>
                <a:cs typeface="Arial"/>
              </a:defRPr>
            </a:lvl5pPr>
            <a:lvl6pPr>
              <a:defRPr sz="1950" b="1">
                <a:solidFill>
                  <a:srgbClr val="B8A1FF"/>
                </a:solidFill>
                <a:latin typeface="Arial"/>
                <a:ea typeface="Arial"/>
                <a:cs typeface="Arial"/>
              </a:defRPr>
            </a:lvl6pPr>
            <a:lvl7pPr>
              <a:defRPr sz="1950" b="1">
                <a:solidFill>
                  <a:srgbClr val="B8A1FF"/>
                </a:solidFill>
                <a:latin typeface="Arial"/>
                <a:ea typeface="Arial"/>
                <a:cs typeface="Arial"/>
              </a:defRPr>
            </a:lvl7pPr>
            <a:lvl8pPr>
              <a:defRPr sz="1950" b="1">
                <a:solidFill>
                  <a:srgbClr val="B8A1FF"/>
                </a:solidFill>
                <a:latin typeface="Arial"/>
                <a:ea typeface="Arial"/>
                <a:cs typeface="Arial"/>
              </a:defRPr>
            </a:lvl8pPr>
            <a:lvl9pPr>
              <a:defRPr sz="1950" b="1">
                <a:solidFill>
                  <a:srgbClr val="B8A1FF"/>
                </a:solidFill>
                <a:latin typeface="Arial"/>
                <a:ea typeface="Arial"/>
                <a:cs typeface="Arial"/>
              </a:defRPr>
            </a:lvl9pPr>
          </a:lstStyle>
          <a:p xmlns:a="http://schemas.openxmlformats.org/drawingml/2006/main">
            <a:pPr>
              <a:defRPr sz="1950" b="1">
                <a:solidFill>
                  <a:srgbClr val="B8A1FF"/>
                </a:solidFill>
                <a:latin typeface="Arial"/>
                <a:ea typeface="Arial"/>
                <a:cs typeface="Arial"/>
              </a:defRPr>
            </a:pPr>
            <a:r>
              <a:rPr sz="1950" b="1">
                <a:solidFill>
                  <a:srgbClr val="B8A1FF"/>
                </a:solidFill>
                <a:latin typeface="Arial"/>
                <a:ea typeface="Arial"/>
                <a:cs typeface="Arial"/>
              </a:rPr>
              <a:t>Что делать сейчас</a:t>
            </a:r>
          </a:p>
        </p:txBody>
      </p:sp>
      <p:sp>
        <p:nvSpPr>
          <p:cNvPr id="21" name="Обход и повторные измерения. Рядом видны осно">
            <a:extLst xmlns:a="http://schemas.openxmlformats.org/drawingml/2006/main">
              <a:ext uri="{FF2B5EF4-FFF2-40B4-BE49-F238E27FC236}">
                <a16:creationId xmlns:a16="http://schemas.microsoft.com/office/drawing/2014/main" id="{4953D1A4-4517-413F-8DD1-756596FEC6B4}"/>
              </a:ext>
            </a:extLst>
          </p:cNvPr>
          <p:cNvSpPr>
            <a:spLocks xmlns:a="http://schemas.openxmlformats.org/drawingml/2006/main" noGrp="1"/>
          </p:cNvSpPr>
          <p:nvPr/>
        </p:nvSpPr>
        <p:spPr>
          <a:xfrm xmlns:a="http://schemas.openxmlformats.org/drawingml/2006/main">
            <a:off x="8505825" y="4772025"/>
            <a:ext cx="285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DE0E7"/>
                </a:solidFill>
                <a:latin typeface="Arial"/>
                <a:ea typeface="Arial"/>
                <a:cs typeface="Arial"/>
              </a:defRPr>
            </a:defPPr>
            <a:lvl1pPr>
              <a:defRPr sz="1725" b="0">
                <a:solidFill>
                  <a:srgbClr val="DDE0E7"/>
                </a:solidFill>
                <a:latin typeface="Arial"/>
                <a:ea typeface="Arial"/>
                <a:cs typeface="Arial"/>
              </a:defRPr>
            </a:lvl1pPr>
            <a:lvl2pPr>
              <a:defRPr sz="1725" b="0">
                <a:solidFill>
                  <a:srgbClr val="DDE0E7"/>
                </a:solidFill>
                <a:latin typeface="Arial"/>
                <a:ea typeface="Arial"/>
                <a:cs typeface="Arial"/>
              </a:defRPr>
            </a:lvl2pPr>
            <a:lvl3pPr>
              <a:defRPr sz="1725" b="0">
                <a:solidFill>
                  <a:srgbClr val="DDE0E7"/>
                </a:solidFill>
                <a:latin typeface="Arial"/>
                <a:ea typeface="Arial"/>
                <a:cs typeface="Arial"/>
              </a:defRPr>
            </a:lvl3pPr>
            <a:lvl4pPr>
              <a:defRPr sz="1725" b="0">
                <a:solidFill>
                  <a:srgbClr val="DDE0E7"/>
                </a:solidFill>
                <a:latin typeface="Arial"/>
                <a:ea typeface="Arial"/>
                <a:cs typeface="Arial"/>
              </a:defRPr>
            </a:lvl4pPr>
            <a:lvl5pPr>
              <a:defRPr sz="1725" b="0">
                <a:solidFill>
                  <a:srgbClr val="DDE0E7"/>
                </a:solidFill>
                <a:latin typeface="Arial"/>
                <a:ea typeface="Arial"/>
                <a:cs typeface="Arial"/>
              </a:defRPr>
            </a:lvl5pPr>
            <a:lvl6pPr>
              <a:defRPr sz="1725" b="0">
                <a:solidFill>
                  <a:srgbClr val="DDE0E7"/>
                </a:solidFill>
                <a:latin typeface="Arial"/>
                <a:ea typeface="Arial"/>
                <a:cs typeface="Arial"/>
              </a:defRPr>
            </a:lvl6pPr>
            <a:lvl7pPr>
              <a:defRPr sz="1725" b="0">
                <a:solidFill>
                  <a:srgbClr val="DDE0E7"/>
                </a:solidFill>
                <a:latin typeface="Arial"/>
                <a:ea typeface="Arial"/>
                <a:cs typeface="Arial"/>
              </a:defRPr>
            </a:lvl7pPr>
            <a:lvl8pPr>
              <a:defRPr sz="1725" b="0">
                <a:solidFill>
                  <a:srgbClr val="DDE0E7"/>
                </a:solidFill>
                <a:latin typeface="Arial"/>
                <a:ea typeface="Arial"/>
                <a:cs typeface="Arial"/>
              </a:defRPr>
            </a:lvl8pPr>
            <a:lvl9pPr>
              <a:defRPr sz="1725" b="0">
                <a:solidFill>
                  <a:srgbClr val="DDE0E7"/>
                </a:solidFill>
                <a:latin typeface="Arial"/>
                <a:ea typeface="Arial"/>
                <a:cs typeface="Arial"/>
              </a:defRPr>
            </a:lvl9pPr>
          </a:lstStyle>
          <a:p xmlns:a="http://schemas.openxmlformats.org/drawingml/2006/main">
            <a:pPr>
              <a:defRPr sz="1725" b="0">
                <a:solidFill>
                  <a:srgbClr val="DDE0E7"/>
                </a:solidFill>
                <a:latin typeface="Arial"/>
                <a:ea typeface="Arial"/>
                <a:cs typeface="Arial"/>
              </a:defRPr>
            </a:pPr>
            <a:r>
              <a:rPr sz="1725" b="0">
                <a:solidFill>
                  <a:srgbClr val="DDE0E7"/>
                </a:solidFill>
                <a:latin typeface="Arial"/>
                <a:ea typeface="Arial"/>
                <a:cs typeface="Arial"/>
              </a:rPr>
              <a:t>Обход и повторные измерения. Рядом видны основания и ограничения.</a:t>
            </a:r>
          </a:p>
        </p:txBody>
      </p:sp>
    </p:spTree>
    <p:extLst>
      <p:ext uri="{BB962C8B-B14F-4D97-AF65-F5344CB8AC3E}">
        <p14:creationId xmlns:p14="http://schemas.microsoft.com/office/powerpoint/2010/main" val="2005"/>
      </p:ext>
    </p:extLst>
  </p:cSld>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3c5b6c8122014227">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ЭКРАН 2</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3D-модель связывает сигнал с узлом</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7</a:t>
            </a:r>
            <a:endParaRPr sz="1100"/>
          </a:p>
        </p:txBody>
      </p:sp>
      <p:pic>
        <p:nvPicPr>
          <p:cNvPr id="17" name="">
            <a:extLst xmlns:a="http://schemas.openxmlformats.org/drawingml/2006/main">
              <a:ext uri="{FF2B5EF4-FFF2-40B4-BE49-F238E27FC236}">
                <a16:creationId xmlns:a16="http://schemas.microsoft.com/office/drawing/2014/main" id="{4691084C-3D5A-4B8E-88B8-DC1AB53E96D5}"/>
              </a:ext>
            </a:extLst>
          </p:cNvPr>
          <p:cNvPicPr>
            <a:picLocks xmlns:a="http://schemas.openxmlformats.org/drawingml/2006/main" noChangeAspect="1"/>
          </p:cNvPicPr>
          <p:nvPr/>
        </p:nvPicPr>
        <p:blipFill>
          <a:blip xmlns:r="http://schemas.openxmlformats.org/officeDocument/2006/relationships" xmlns:a="http://schemas.openxmlformats.org/drawingml/2006/main" r:embed="R27fcd83385e540d5"/>
          <a:stretch xmlns:a="http://schemas.openxmlformats.org/drawingml/2006/main"/>
        </p:blipFill>
        <p:spPr>
          <a:xfrm xmlns:a="http://schemas.openxmlformats.org/drawingml/2006/main">
            <a:off x="1562176" y="1771650"/>
            <a:ext cx="6248249" cy="4086225"/>
          </a:xfrm>
          <a:prstGeom xmlns:a="http://schemas.openxmlformats.org/drawingml/2006/main" prst="rect">
            <a:avLst/>
          </a:prstGeom>
        </p:spPr>
      </p:pic>
      <p:sp>
        <p:nvSpPr>
          <p:cNvPr id="18" name="Место сигнала">
            <a:extLst xmlns:a="http://schemas.openxmlformats.org/drawingml/2006/main">
              <a:ext uri="{FF2B5EF4-FFF2-40B4-BE49-F238E27FC236}">
                <a16:creationId xmlns:a16="http://schemas.microsoft.com/office/drawing/2014/main" id="{E8F2B797-91B5-4CD7-81E0-B60240786807}"/>
              </a:ext>
            </a:extLst>
          </p:cNvPr>
          <p:cNvSpPr>
            <a:spLocks xmlns:a="http://schemas.openxmlformats.org/drawingml/2006/main" noGrp="1"/>
          </p:cNvSpPr>
          <p:nvPr/>
        </p:nvSpPr>
        <p:spPr>
          <a:xfrm xmlns:a="http://schemas.openxmlformats.org/drawingml/2006/main">
            <a:off x="8963025" y="1952625"/>
            <a:ext cx="2419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EE6C9"/>
                </a:solidFill>
                <a:latin typeface="Arial"/>
                <a:ea typeface="Arial"/>
                <a:cs typeface="Arial"/>
              </a:defRPr>
            </a:defPPr>
            <a:lvl1pPr>
              <a:defRPr sz="2025" b="1">
                <a:solidFill>
                  <a:srgbClr val="2EE6C9"/>
                </a:solidFill>
                <a:latin typeface="Arial"/>
                <a:ea typeface="Arial"/>
                <a:cs typeface="Arial"/>
              </a:defRPr>
            </a:lvl1pPr>
            <a:lvl2pPr>
              <a:defRPr sz="2025" b="1">
                <a:solidFill>
                  <a:srgbClr val="2EE6C9"/>
                </a:solidFill>
                <a:latin typeface="Arial"/>
                <a:ea typeface="Arial"/>
                <a:cs typeface="Arial"/>
              </a:defRPr>
            </a:lvl2pPr>
            <a:lvl3pPr>
              <a:defRPr sz="2025" b="1">
                <a:solidFill>
                  <a:srgbClr val="2EE6C9"/>
                </a:solidFill>
                <a:latin typeface="Arial"/>
                <a:ea typeface="Arial"/>
                <a:cs typeface="Arial"/>
              </a:defRPr>
            </a:lvl3pPr>
            <a:lvl4pPr>
              <a:defRPr sz="2025" b="1">
                <a:solidFill>
                  <a:srgbClr val="2EE6C9"/>
                </a:solidFill>
                <a:latin typeface="Arial"/>
                <a:ea typeface="Arial"/>
                <a:cs typeface="Arial"/>
              </a:defRPr>
            </a:lvl4pPr>
            <a:lvl5pPr>
              <a:defRPr sz="2025" b="1">
                <a:solidFill>
                  <a:srgbClr val="2EE6C9"/>
                </a:solidFill>
                <a:latin typeface="Arial"/>
                <a:ea typeface="Arial"/>
                <a:cs typeface="Arial"/>
              </a:defRPr>
            </a:lvl5pPr>
            <a:lvl6pPr>
              <a:defRPr sz="2025" b="1">
                <a:solidFill>
                  <a:srgbClr val="2EE6C9"/>
                </a:solidFill>
                <a:latin typeface="Arial"/>
                <a:ea typeface="Arial"/>
                <a:cs typeface="Arial"/>
              </a:defRPr>
            </a:lvl6pPr>
            <a:lvl7pPr>
              <a:defRPr sz="2025" b="1">
                <a:solidFill>
                  <a:srgbClr val="2EE6C9"/>
                </a:solidFill>
                <a:latin typeface="Arial"/>
                <a:ea typeface="Arial"/>
                <a:cs typeface="Arial"/>
              </a:defRPr>
            </a:lvl7pPr>
            <a:lvl8pPr>
              <a:defRPr sz="2025" b="1">
                <a:solidFill>
                  <a:srgbClr val="2EE6C9"/>
                </a:solidFill>
                <a:latin typeface="Arial"/>
                <a:ea typeface="Arial"/>
                <a:cs typeface="Arial"/>
              </a:defRPr>
            </a:lvl8pPr>
            <a:lvl9pPr>
              <a:defRPr sz="2025" b="1">
                <a:solidFill>
                  <a:srgbClr val="2EE6C9"/>
                </a:solidFill>
                <a:latin typeface="Arial"/>
                <a:ea typeface="Arial"/>
                <a:cs typeface="Arial"/>
              </a:defRPr>
            </a:lvl9pPr>
          </a:lstStyle>
          <a:p xmlns:a="http://schemas.openxmlformats.org/drawingml/2006/main">
            <a:pPr>
              <a:defRPr sz="2025" b="1">
                <a:solidFill>
                  <a:srgbClr val="2EE6C9"/>
                </a:solidFill>
                <a:latin typeface="Arial"/>
                <a:ea typeface="Arial"/>
                <a:cs typeface="Arial"/>
              </a:defRPr>
            </a:pPr>
            <a:r>
              <a:rPr sz="2025" b="1">
                <a:solidFill>
                  <a:srgbClr val="2EE6C9"/>
                </a:solidFill>
                <a:latin typeface="Arial"/>
                <a:ea typeface="Arial"/>
                <a:cs typeface="Arial"/>
              </a:rPr>
              <a:t>Место сигнала</a:t>
            </a:r>
          </a:p>
        </p:txBody>
      </p:sp>
      <p:sp>
        <p:nvSpPr>
          <p:cNvPr id="19" name="Опора насоса выделена на модели.">
            <a:extLst xmlns:a="http://schemas.openxmlformats.org/drawingml/2006/main">
              <a:ext uri="{FF2B5EF4-FFF2-40B4-BE49-F238E27FC236}">
                <a16:creationId xmlns:a16="http://schemas.microsoft.com/office/drawing/2014/main" id="{0A5586AB-D85A-477F-9100-D5BB5307B77E}"/>
              </a:ext>
            </a:extLst>
          </p:cNvPr>
          <p:cNvSpPr>
            <a:spLocks xmlns:a="http://schemas.openxmlformats.org/drawingml/2006/main" noGrp="1"/>
          </p:cNvSpPr>
          <p:nvPr/>
        </p:nvSpPr>
        <p:spPr>
          <a:xfrm xmlns:a="http://schemas.openxmlformats.org/drawingml/2006/main">
            <a:off x="8963025" y="2847975"/>
            <a:ext cx="2419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3F4F7"/>
                </a:solidFill>
                <a:latin typeface="Arial"/>
                <a:ea typeface="Arial"/>
                <a:cs typeface="Arial"/>
              </a:defRPr>
            </a:defPPr>
            <a:lvl1pPr>
              <a:defRPr sz="1875" b="0">
                <a:solidFill>
                  <a:srgbClr val="F3F4F7"/>
                </a:solidFill>
                <a:latin typeface="Arial"/>
                <a:ea typeface="Arial"/>
                <a:cs typeface="Arial"/>
              </a:defRPr>
            </a:lvl1pPr>
            <a:lvl2pPr>
              <a:defRPr sz="1875" b="0">
                <a:solidFill>
                  <a:srgbClr val="F3F4F7"/>
                </a:solidFill>
                <a:latin typeface="Arial"/>
                <a:ea typeface="Arial"/>
                <a:cs typeface="Arial"/>
              </a:defRPr>
            </a:lvl2pPr>
            <a:lvl3pPr>
              <a:defRPr sz="1875" b="0">
                <a:solidFill>
                  <a:srgbClr val="F3F4F7"/>
                </a:solidFill>
                <a:latin typeface="Arial"/>
                <a:ea typeface="Arial"/>
                <a:cs typeface="Arial"/>
              </a:defRPr>
            </a:lvl3pPr>
            <a:lvl4pPr>
              <a:defRPr sz="1875" b="0">
                <a:solidFill>
                  <a:srgbClr val="F3F4F7"/>
                </a:solidFill>
                <a:latin typeface="Arial"/>
                <a:ea typeface="Arial"/>
                <a:cs typeface="Arial"/>
              </a:defRPr>
            </a:lvl4pPr>
            <a:lvl5pPr>
              <a:defRPr sz="1875" b="0">
                <a:solidFill>
                  <a:srgbClr val="F3F4F7"/>
                </a:solidFill>
                <a:latin typeface="Arial"/>
                <a:ea typeface="Arial"/>
                <a:cs typeface="Arial"/>
              </a:defRPr>
            </a:lvl5pPr>
            <a:lvl6pPr>
              <a:defRPr sz="1875" b="0">
                <a:solidFill>
                  <a:srgbClr val="F3F4F7"/>
                </a:solidFill>
                <a:latin typeface="Arial"/>
                <a:ea typeface="Arial"/>
                <a:cs typeface="Arial"/>
              </a:defRPr>
            </a:lvl6pPr>
            <a:lvl7pPr>
              <a:defRPr sz="1875" b="0">
                <a:solidFill>
                  <a:srgbClr val="F3F4F7"/>
                </a:solidFill>
                <a:latin typeface="Arial"/>
                <a:ea typeface="Arial"/>
                <a:cs typeface="Arial"/>
              </a:defRPr>
            </a:lvl7pPr>
            <a:lvl8pPr>
              <a:defRPr sz="1875" b="0">
                <a:solidFill>
                  <a:srgbClr val="F3F4F7"/>
                </a:solidFill>
                <a:latin typeface="Arial"/>
                <a:ea typeface="Arial"/>
                <a:cs typeface="Arial"/>
              </a:defRPr>
            </a:lvl8pPr>
            <a:lvl9pPr>
              <a:defRPr sz="1875" b="0">
                <a:solidFill>
                  <a:srgbClr val="F3F4F7"/>
                </a:solidFill>
                <a:latin typeface="Arial"/>
                <a:ea typeface="Arial"/>
                <a:cs typeface="Arial"/>
              </a:defRPr>
            </a:lvl9pPr>
          </a:lstStyle>
          <a:p xmlns:a="http://schemas.openxmlformats.org/drawingml/2006/main">
            <a:pPr>
              <a:defRPr sz="1875" b="0">
                <a:solidFill>
                  <a:srgbClr val="F3F4F7"/>
                </a:solidFill>
                <a:latin typeface="Arial"/>
                <a:ea typeface="Arial"/>
                <a:cs typeface="Arial"/>
              </a:defRPr>
            </a:pPr>
            <a:r>
              <a:rPr sz="1875" b="0">
                <a:solidFill>
                  <a:srgbClr val="F3F4F7"/>
                </a:solidFill>
                <a:latin typeface="Arial"/>
                <a:ea typeface="Arial"/>
                <a:cs typeface="Arial"/>
              </a:rPr>
              <a:t>Опора насоса выделена на модели.</a:t>
            </a:r>
          </a:p>
        </p:txBody>
      </p:sp>
      <p:sp>
        <p:nvSpPr>
          <p:cNvPr id="20" name="Нажатие открывает показания и пояснение. Внут">
            <a:extLst xmlns:a="http://schemas.openxmlformats.org/drawingml/2006/main">
              <a:ext uri="{FF2B5EF4-FFF2-40B4-BE49-F238E27FC236}">
                <a16:creationId xmlns:a16="http://schemas.microsoft.com/office/drawing/2014/main" id="{ACC4913C-C26D-4110-BB06-569AAA32307D}"/>
              </a:ext>
            </a:extLst>
          </p:cNvPr>
          <p:cNvSpPr>
            <a:spLocks xmlns:a="http://schemas.openxmlformats.org/drawingml/2006/main" noGrp="1"/>
          </p:cNvSpPr>
          <p:nvPr/>
        </p:nvSpPr>
        <p:spPr>
          <a:xfrm xmlns:a="http://schemas.openxmlformats.org/drawingml/2006/main">
            <a:off x="8963025" y="4162425"/>
            <a:ext cx="2419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DE0E7"/>
                </a:solidFill>
                <a:latin typeface="Arial"/>
                <a:ea typeface="Arial"/>
                <a:cs typeface="Arial"/>
              </a:defRPr>
            </a:defPPr>
            <a:lvl1pPr>
              <a:defRPr sz="1725" b="0">
                <a:solidFill>
                  <a:srgbClr val="DDE0E7"/>
                </a:solidFill>
                <a:latin typeface="Arial"/>
                <a:ea typeface="Arial"/>
                <a:cs typeface="Arial"/>
              </a:defRPr>
            </a:lvl1pPr>
            <a:lvl2pPr>
              <a:defRPr sz="1725" b="0">
                <a:solidFill>
                  <a:srgbClr val="DDE0E7"/>
                </a:solidFill>
                <a:latin typeface="Arial"/>
                <a:ea typeface="Arial"/>
                <a:cs typeface="Arial"/>
              </a:defRPr>
            </a:lvl2pPr>
            <a:lvl3pPr>
              <a:defRPr sz="1725" b="0">
                <a:solidFill>
                  <a:srgbClr val="DDE0E7"/>
                </a:solidFill>
                <a:latin typeface="Arial"/>
                <a:ea typeface="Arial"/>
                <a:cs typeface="Arial"/>
              </a:defRPr>
            </a:lvl3pPr>
            <a:lvl4pPr>
              <a:defRPr sz="1725" b="0">
                <a:solidFill>
                  <a:srgbClr val="DDE0E7"/>
                </a:solidFill>
                <a:latin typeface="Arial"/>
                <a:ea typeface="Arial"/>
                <a:cs typeface="Arial"/>
              </a:defRPr>
            </a:lvl4pPr>
            <a:lvl5pPr>
              <a:defRPr sz="1725" b="0">
                <a:solidFill>
                  <a:srgbClr val="DDE0E7"/>
                </a:solidFill>
                <a:latin typeface="Arial"/>
                <a:ea typeface="Arial"/>
                <a:cs typeface="Arial"/>
              </a:defRPr>
            </a:lvl5pPr>
            <a:lvl6pPr>
              <a:defRPr sz="1725" b="0">
                <a:solidFill>
                  <a:srgbClr val="DDE0E7"/>
                </a:solidFill>
                <a:latin typeface="Arial"/>
                <a:ea typeface="Arial"/>
                <a:cs typeface="Arial"/>
              </a:defRPr>
            </a:lvl6pPr>
            <a:lvl7pPr>
              <a:defRPr sz="1725" b="0">
                <a:solidFill>
                  <a:srgbClr val="DDE0E7"/>
                </a:solidFill>
                <a:latin typeface="Arial"/>
                <a:ea typeface="Arial"/>
                <a:cs typeface="Arial"/>
              </a:defRPr>
            </a:lvl7pPr>
            <a:lvl8pPr>
              <a:defRPr sz="1725" b="0">
                <a:solidFill>
                  <a:srgbClr val="DDE0E7"/>
                </a:solidFill>
                <a:latin typeface="Arial"/>
                <a:ea typeface="Arial"/>
                <a:cs typeface="Arial"/>
              </a:defRPr>
            </a:lvl8pPr>
            <a:lvl9pPr>
              <a:defRPr sz="1725" b="0">
                <a:solidFill>
                  <a:srgbClr val="DDE0E7"/>
                </a:solidFill>
                <a:latin typeface="Arial"/>
                <a:ea typeface="Arial"/>
                <a:cs typeface="Arial"/>
              </a:defRPr>
            </a:lvl9pPr>
          </a:lstStyle>
          <a:p xmlns:a="http://schemas.openxmlformats.org/drawingml/2006/main">
            <a:pPr>
              <a:defRPr sz="1725" b="0">
                <a:solidFill>
                  <a:srgbClr val="DDE0E7"/>
                </a:solidFill>
                <a:latin typeface="Arial"/>
                <a:ea typeface="Arial"/>
                <a:cs typeface="Arial"/>
              </a:defRPr>
            </a:pPr>
            <a:r>
              <a:rPr sz="1725" b="0">
                <a:solidFill>
                  <a:srgbClr val="DDE0E7"/>
                </a:solidFill>
                <a:latin typeface="Arial"/>
                <a:ea typeface="Arial"/>
                <a:cs typeface="Arial"/>
              </a:rPr>
              <a:t>Нажатие открывает показания и пояснение. Внутренние узлы можно раскрыть.</a:t>
            </a:r>
          </a:p>
        </p:txBody>
      </p:sp>
      <p:sp>
        <p:nvSpPr>
          <p:cNvPr id="21" name="Геометрия условная. Модель помогает ориентиро">
            <a:extLst xmlns:a="http://schemas.openxmlformats.org/drawingml/2006/main">
              <a:ext uri="{FF2B5EF4-FFF2-40B4-BE49-F238E27FC236}">
                <a16:creationId xmlns:a16="http://schemas.microsoft.com/office/drawing/2014/main" id="{9370BC79-ABF8-4963-8663-AD60F76F608E}"/>
              </a:ext>
            </a:extLst>
          </p:cNvPr>
          <p:cNvSpPr>
            <a:spLocks xmlns:a="http://schemas.openxmlformats.org/drawingml/2006/main" noGrp="1"/>
          </p:cNvSpPr>
          <p:nvPr/>
        </p:nvSpPr>
        <p:spPr>
          <a:xfrm xmlns:a="http://schemas.openxmlformats.org/drawingml/2006/main">
            <a:off x="777240" y="6019800"/>
            <a:ext cx="1061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Геометрия условная. Модель помогает ориентироваться, её форма не подтверждает устройство реального агрегата.</a:t>
            </a:r>
          </a:p>
        </p:txBody>
      </p:sp>
    </p:spTree>
    <p:extLst>
      <p:ext uri="{BB962C8B-B14F-4D97-AF65-F5344CB8AC3E}">
        <p14:creationId xmlns:p14="http://schemas.microsoft.com/office/powerpoint/2010/main" val="2006"/>
      </p:ext>
    </p:extLst>
  </p:cSld>
</p:sld>
</file>

<file path=ppt/slides/slide8.xml><?xml version="1.0" encoding="utf-8"?>
<p:sld xmlns:p="http://schemas.openxmlformats.org/presentationml/2006/main">
  <p:cSld>
    <p:bg>
      <p:bgPr>
        <a:blipFill xmlns:a="http://schemas.openxmlformats.org/drawingml/2006/main" rotWithShape="1">
          <a:blip xmlns:r="http://schemas.openxmlformats.org/officeDocument/2006/relationships" r:embed="R8495d77a69a244e4">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ЭКРАН 3</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Возможная причина и данные под ней</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8</a:t>
            </a:r>
            <a:endParaRPr sz="1100"/>
          </a:p>
        </p:txBody>
      </p:sp>
      <p:pic>
        <p:nvPicPr>
          <p:cNvPr id="17" name="">
            <a:extLst xmlns:a="http://schemas.openxmlformats.org/drawingml/2006/main">
              <a:ext uri="{FF2B5EF4-FFF2-40B4-BE49-F238E27FC236}">
                <a16:creationId xmlns:a16="http://schemas.microsoft.com/office/drawing/2014/main" id="{7A6453FF-C5DA-4E0B-A40A-9E58409E636E}"/>
              </a:ext>
            </a:extLst>
          </p:cNvPr>
          <p:cNvPicPr>
            <a:picLocks xmlns:a="http://schemas.openxmlformats.org/drawingml/2006/main" noChangeAspect="1"/>
          </p:cNvPicPr>
          <p:nvPr/>
        </p:nvPicPr>
        <p:blipFill>
          <a:blip xmlns:r="http://schemas.openxmlformats.org/officeDocument/2006/relationships" xmlns:a="http://schemas.openxmlformats.org/drawingml/2006/main" r:embed="R446dfd14dd6d43ef"/>
          <a:stretch xmlns:a="http://schemas.openxmlformats.org/drawingml/2006/main"/>
        </p:blipFill>
        <p:spPr>
          <a:xfrm xmlns:a="http://schemas.openxmlformats.org/drawingml/2006/main">
            <a:off x="785581" y="1724025"/>
            <a:ext cx="7229938" cy="4248150"/>
          </a:xfrm>
          <a:prstGeom xmlns:a="http://schemas.openxmlformats.org/drawingml/2006/main" prst="rect">
            <a:avLst/>
          </a:prstGeom>
        </p:spPr>
      </p:pic>
      <p:sp>
        <p:nvSpPr>
          <p:cNvPr id="18" name="Возможная причина">
            <a:extLst xmlns:a="http://schemas.openxmlformats.org/drawingml/2006/main">
              <a:ext uri="{FF2B5EF4-FFF2-40B4-BE49-F238E27FC236}">
                <a16:creationId xmlns:a16="http://schemas.microsoft.com/office/drawing/2014/main" id="{03844BA0-C87E-4535-B2E9-DA0F6C256F83}"/>
              </a:ext>
            </a:extLst>
          </p:cNvPr>
          <p:cNvSpPr>
            <a:spLocks xmlns:a="http://schemas.openxmlformats.org/drawingml/2006/main" noGrp="1"/>
          </p:cNvSpPr>
          <p:nvPr/>
        </p:nvSpPr>
        <p:spPr>
          <a:xfrm xmlns:a="http://schemas.openxmlformats.org/drawingml/2006/main">
            <a:off x="8496300" y="1866900"/>
            <a:ext cx="2895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EE6C9"/>
                </a:solidFill>
                <a:latin typeface="Arial"/>
                <a:ea typeface="Arial"/>
                <a:cs typeface="Arial"/>
              </a:defRPr>
            </a:defPPr>
            <a:lvl1pPr>
              <a:defRPr sz="2100" b="1">
                <a:solidFill>
                  <a:srgbClr val="2EE6C9"/>
                </a:solidFill>
                <a:latin typeface="Arial"/>
                <a:ea typeface="Arial"/>
                <a:cs typeface="Arial"/>
              </a:defRPr>
            </a:lvl1pPr>
            <a:lvl2pPr>
              <a:defRPr sz="2100" b="1">
                <a:solidFill>
                  <a:srgbClr val="2EE6C9"/>
                </a:solidFill>
                <a:latin typeface="Arial"/>
                <a:ea typeface="Arial"/>
                <a:cs typeface="Arial"/>
              </a:defRPr>
            </a:lvl2pPr>
            <a:lvl3pPr>
              <a:defRPr sz="2100" b="1">
                <a:solidFill>
                  <a:srgbClr val="2EE6C9"/>
                </a:solidFill>
                <a:latin typeface="Arial"/>
                <a:ea typeface="Arial"/>
                <a:cs typeface="Arial"/>
              </a:defRPr>
            </a:lvl3pPr>
            <a:lvl4pPr>
              <a:defRPr sz="2100" b="1">
                <a:solidFill>
                  <a:srgbClr val="2EE6C9"/>
                </a:solidFill>
                <a:latin typeface="Arial"/>
                <a:ea typeface="Arial"/>
                <a:cs typeface="Arial"/>
              </a:defRPr>
            </a:lvl4pPr>
            <a:lvl5pPr>
              <a:defRPr sz="2100" b="1">
                <a:solidFill>
                  <a:srgbClr val="2EE6C9"/>
                </a:solidFill>
                <a:latin typeface="Arial"/>
                <a:ea typeface="Arial"/>
                <a:cs typeface="Arial"/>
              </a:defRPr>
            </a:lvl5pPr>
            <a:lvl6pPr>
              <a:defRPr sz="2100" b="1">
                <a:solidFill>
                  <a:srgbClr val="2EE6C9"/>
                </a:solidFill>
                <a:latin typeface="Arial"/>
                <a:ea typeface="Arial"/>
                <a:cs typeface="Arial"/>
              </a:defRPr>
            </a:lvl6pPr>
            <a:lvl7pPr>
              <a:defRPr sz="2100" b="1">
                <a:solidFill>
                  <a:srgbClr val="2EE6C9"/>
                </a:solidFill>
                <a:latin typeface="Arial"/>
                <a:ea typeface="Arial"/>
                <a:cs typeface="Arial"/>
              </a:defRPr>
            </a:lvl7pPr>
            <a:lvl8pPr>
              <a:defRPr sz="2100" b="1">
                <a:solidFill>
                  <a:srgbClr val="2EE6C9"/>
                </a:solidFill>
                <a:latin typeface="Arial"/>
                <a:ea typeface="Arial"/>
                <a:cs typeface="Arial"/>
              </a:defRPr>
            </a:lvl8pPr>
            <a:lvl9pPr>
              <a:defRPr sz="2100" b="1">
                <a:solidFill>
                  <a:srgbClr val="2EE6C9"/>
                </a:solidFill>
                <a:latin typeface="Arial"/>
                <a:ea typeface="Arial"/>
                <a:cs typeface="Arial"/>
              </a:defRPr>
            </a:lvl9pPr>
          </a:lstStyle>
          <a:p xmlns:a="http://schemas.openxmlformats.org/drawingml/2006/main">
            <a:pPr>
              <a:defRPr sz="2100" b="1">
                <a:solidFill>
                  <a:srgbClr val="2EE6C9"/>
                </a:solidFill>
                <a:latin typeface="Arial"/>
                <a:ea typeface="Arial"/>
                <a:cs typeface="Arial"/>
              </a:defRPr>
            </a:pPr>
            <a:r>
              <a:rPr sz="2100" b="1">
                <a:solidFill>
                  <a:srgbClr val="2EE6C9"/>
                </a:solidFill>
                <a:latin typeface="Arial"/>
                <a:ea typeface="Arial"/>
                <a:cs typeface="Arial"/>
              </a:rPr>
              <a:t>Возможная причина</a:t>
            </a:r>
          </a:p>
        </p:txBody>
      </p:sp>
      <p:sp>
        <p:nvSpPr>
          <p:cNvPr id="19" name="Смазка или охлаждение опоры">
            <a:extLst xmlns:a="http://schemas.openxmlformats.org/drawingml/2006/main">
              <a:ext uri="{FF2B5EF4-FFF2-40B4-BE49-F238E27FC236}">
                <a16:creationId xmlns:a16="http://schemas.microsoft.com/office/drawing/2014/main" id="{CD99281F-4873-4BD8-B75C-5631039F27CD}"/>
              </a:ext>
            </a:extLst>
          </p:cNvPr>
          <p:cNvSpPr>
            <a:spLocks xmlns:a="http://schemas.openxmlformats.org/drawingml/2006/main" noGrp="1"/>
          </p:cNvSpPr>
          <p:nvPr/>
        </p:nvSpPr>
        <p:spPr>
          <a:xfrm xmlns:a="http://schemas.openxmlformats.org/drawingml/2006/main">
            <a:off x="8496300" y="2819400"/>
            <a:ext cx="2895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3F4F7"/>
                </a:solidFill>
                <a:latin typeface="Arial"/>
                <a:ea typeface="Arial"/>
                <a:cs typeface="Arial"/>
              </a:defRPr>
            </a:defPPr>
            <a:lvl1pPr>
              <a:defRPr sz="2250" b="0">
                <a:solidFill>
                  <a:srgbClr val="F3F4F7"/>
                </a:solidFill>
                <a:latin typeface="Arial"/>
                <a:ea typeface="Arial"/>
                <a:cs typeface="Arial"/>
              </a:defRPr>
            </a:lvl1pPr>
            <a:lvl2pPr>
              <a:defRPr sz="2250" b="0">
                <a:solidFill>
                  <a:srgbClr val="F3F4F7"/>
                </a:solidFill>
                <a:latin typeface="Arial"/>
                <a:ea typeface="Arial"/>
                <a:cs typeface="Arial"/>
              </a:defRPr>
            </a:lvl2pPr>
            <a:lvl3pPr>
              <a:defRPr sz="2250" b="0">
                <a:solidFill>
                  <a:srgbClr val="F3F4F7"/>
                </a:solidFill>
                <a:latin typeface="Arial"/>
                <a:ea typeface="Arial"/>
                <a:cs typeface="Arial"/>
              </a:defRPr>
            </a:lvl3pPr>
            <a:lvl4pPr>
              <a:defRPr sz="2250" b="0">
                <a:solidFill>
                  <a:srgbClr val="F3F4F7"/>
                </a:solidFill>
                <a:latin typeface="Arial"/>
                <a:ea typeface="Arial"/>
                <a:cs typeface="Arial"/>
              </a:defRPr>
            </a:lvl4pPr>
            <a:lvl5pPr>
              <a:defRPr sz="2250" b="0">
                <a:solidFill>
                  <a:srgbClr val="F3F4F7"/>
                </a:solidFill>
                <a:latin typeface="Arial"/>
                <a:ea typeface="Arial"/>
                <a:cs typeface="Arial"/>
              </a:defRPr>
            </a:lvl5pPr>
            <a:lvl6pPr>
              <a:defRPr sz="2250" b="0">
                <a:solidFill>
                  <a:srgbClr val="F3F4F7"/>
                </a:solidFill>
                <a:latin typeface="Arial"/>
                <a:ea typeface="Arial"/>
                <a:cs typeface="Arial"/>
              </a:defRPr>
            </a:lvl6pPr>
            <a:lvl7pPr>
              <a:defRPr sz="2250" b="0">
                <a:solidFill>
                  <a:srgbClr val="F3F4F7"/>
                </a:solidFill>
                <a:latin typeface="Arial"/>
                <a:ea typeface="Arial"/>
                <a:cs typeface="Arial"/>
              </a:defRPr>
            </a:lvl7pPr>
            <a:lvl8pPr>
              <a:defRPr sz="2250" b="0">
                <a:solidFill>
                  <a:srgbClr val="F3F4F7"/>
                </a:solidFill>
                <a:latin typeface="Arial"/>
                <a:ea typeface="Arial"/>
                <a:cs typeface="Arial"/>
              </a:defRPr>
            </a:lvl8pPr>
            <a:lvl9pPr>
              <a:defRPr sz="2250" b="0">
                <a:solidFill>
                  <a:srgbClr val="F3F4F7"/>
                </a:solidFill>
                <a:latin typeface="Arial"/>
                <a:ea typeface="Arial"/>
                <a:cs typeface="Arial"/>
              </a:defRPr>
            </a:lvl9pPr>
          </a:lstStyle>
          <a:p xmlns:a="http://schemas.openxmlformats.org/drawingml/2006/main">
            <a:pPr>
              <a:defRPr sz="2250" b="0">
                <a:solidFill>
                  <a:srgbClr val="F3F4F7"/>
                </a:solidFill>
                <a:latin typeface="Arial"/>
                <a:ea typeface="Arial"/>
                <a:cs typeface="Arial"/>
              </a:defRPr>
            </a:pPr>
            <a:r>
              <a:rPr sz="2250" b="0">
                <a:solidFill>
                  <a:srgbClr val="F3F4F7"/>
                </a:solidFill>
                <a:latin typeface="Arial"/>
                <a:ea typeface="Arial"/>
                <a:cs typeface="Arial"/>
              </a:rPr>
              <a:t>Смазка или охлаждение опоры</a:t>
            </a:r>
          </a:p>
        </p:txBody>
      </p:sp>
      <p:sp>
        <p:nvSpPr>
          <p:cNvPr id="20" name="Основание: совместный рост вибрации и темпера">
            <a:extLst xmlns:a="http://schemas.openxmlformats.org/drawingml/2006/main">
              <a:ext uri="{FF2B5EF4-FFF2-40B4-BE49-F238E27FC236}">
                <a16:creationId xmlns:a16="http://schemas.microsoft.com/office/drawing/2014/main" id="{75882001-E33B-4F41-99F6-C27E41BB3D04}"/>
              </a:ext>
            </a:extLst>
          </p:cNvPr>
          <p:cNvSpPr>
            <a:spLocks xmlns:a="http://schemas.openxmlformats.org/drawingml/2006/main" noGrp="1"/>
          </p:cNvSpPr>
          <p:nvPr/>
        </p:nvSpPr>
        <p:spPr>
          <a:xfrm xmlns:a="http://schemas.openxmlformats.org/drawingml/2006/main">
            <a:off x="8496300" y="4410075"/>
            <a:ext cx="28956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DE0E7"/>
                </a:solidFill>
                <a:latin typeface="Arial"/>
                <a:ea typeface="Arial"/>
                <a:cs typeface="Arial"/>
              </a:defRPr>
            </a:defPPr>
            <a:lvl1pPr>
              <a:defRPr sz="1725" b="0">
                <a:solidFill>
                  <a:srgbClr val="DDE0E7"/>
                </a:solidFill>
                <a:latin typeface="Arial"/>
                <a:ea typeface="Arial"/>
                <a:cs typeface="Arial"/>
              </a:defRPr>
            </a:lvl1pPr>
            <a:lvl2pPr>
              <a:defRPr sz="1725" b="0">
                <a:solidFill>
                  <a:srgbClr val="DDE0E7"/>
                </a:solidFill>
                <a:latin typeface="Arial"/>
                <a:ea typeface="Arial"/>
                <a:cs typeface="Arial"/>
              </a:defRPr>
            </a:lvl2pPr>
            <a:lvl3pPr>
              <a:defRPr sz="1725" b="0">
                <a:solidFill>
                  <a:srgbClr val="DDE0E7"/>
                </a:solidFill>
                <a:latin typeface="Arial"/>
                <a:ea typeface="Arial"/>
                <a:cs typeface="Arial"/>
              </a:defRPr>
            </a:lvl3pPr>
            <a:lvl4pPr>
              <a:defRPr sz="1725" b="0">
                <a:solidFill>
                  <a:srgbClr val="DDE0E7"/>
                </a:solidFill>
                <a:latin typeface="Arial"/>
                <a:ea typeface="Arial"/>
                <a:cs typeface="Arial"/>
              </a:defRPr>
            </a:lvl4pPr>
            <a:lvl5pPr>
              <a:defRPr sz="1725" b="0">
                <a:solidFill>
                  <a:srgbClr val="DDE0E7"/>
                </a:solidFill>
                <a:latin typeface="Arial"/>
                <a:ea typeface="Arial"/>
                <a:cs typeface="Arial"/>
              </a:defRPr>
            </a:lvl5pPr>
            <a:lvl6pPr>
              <a:defRPr sz="1725" b="0">
                <a:solidFill>
                  <a:srgbClr val="DDE0E7"/>
                </a:solidFill>
                <a:latin typeface="Arial"/>
                <a:ea typeface="Arial"/>
                <a:cs typeface="Arial"/>
              </a:defRPr>
            </a:lvl6pPr>
            <a:lvl7pPr>
              <a:defRPr sz="1725" b="0">
                <a:solidFill>
                  <a:srgbClr val="DDE0E7"/>
                </a:solidFill>
                <a:latin typeface="Arial"/>
                <a:ea typeface="Arial"/>
                <a:cs typeface="Arial"/>
              </a:defRPr>
            </a:lvl7pPr>
            <a:lvl8pPr>
              <a:defRPr sz="1725" b="0">
                <a:solidFill>
                  <a:srgbClr val="DDE0E7"/>
                </a:solidFill>
                <a:latin typeface="Arial"/>
                <a:ea typeface="Arial"/>
                <a:cs typeface="Arial"/>
              </a:defRPr>
            </a:lvl8pPr>
            <a:lvl9pPr>
              <a:defRPr sz="1725" b="0">
                <a:solidFill>
                  <a:srgbClr val="DDE0E7"/>
                </a:solidFill>
                <a:latin typeface="Arial"/>
                <a:ea typeface="Arial"/>
                <a:cs typeface="Arial"/>
              </a:defRPr>
            </a:lvl9pPr>
          </a:lstStyle>
          <a:p xmlns:a="http://schemas.openxmlformats.org/drawingml/2006/main">
            <a:pPr>
              <a:defRPr sz="1725" b="0">
                <a:solidFill>
                  <a:srgbClr val="DDE0E7"/>
                </a:solidFill>
                <a:latin typeface="Arial"/>
                <a:ea typeface="Arial"/>
                <a:cs typeface="Arial"/>
              </a:defRPr>
            </a:pPr>
            <a:r>
              <a:rPr sz="1725" b="0">
                <a:solidFill>
                  <a:srgbClr val="DDE0E7"/>
                </a:solidFill>
                <a:latin typeface="Arial"/>
                <a:ea typeface="Arial"/>
                <a:cs typeface="Arial"/>
              </a:rPr>
              <a:t>Основание: совместный рост вибрации и температуры. Версия требует проверки на объекте.</a:t>
            </a:r>
          </a:p>
        </p:txBody>
      </p:sp>
      <p:sp>
        <p:nvSpPr>
          <p:cNvPr id="21" name="Альтернативы в интерфейсе: центровка, ротор, ">
            <a:extLst xmlns:a="http://schemas.openxmlformats.org/drawingml/2006/main">
              <a:ext uri="{FF2B5EF4-FFF2-40B4-BE49-F238E27FC236}">
                <a16:creationId xmlns:a16="http://schemas.microsoft.com/office/drawing/2014/main" id="{ADB642A2-4599-4D75-8D97-1B9864D68B2F}"/>
              </a:ext>
            </a:extLst>
          </p:cNvPr>
          <p:cNvSpPr>
            <a:spLocks xmlns:a="http://schemas.openxmlformats.org/drawingml/2006/main" noGrp="1"/>
          </p:cNvSpPr>
          <p:nvPr/>
        </p:nvSpPr>
        <p:spPr>
          <a:xfrm xmlns:a="http://schemas.openxmlformats.org/drawingml/2006/main">
            <a:off x="777240" y="6019800"/>
            <a:ext cx="1061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Альтернативы в интерфейсе: центровка, ротор, гидравлика, измерительный канал или изменение режима.</a:t>
            </a:r>
          </a:p>
        </p:txBody>
      </p:sp>
    </p:spTree>
    <p:extLst>
      <p:ext uri="{BB962C8B-B14F-4D97-AF65-F5344CB8AC3E}">
        <p14:creationId xmlns:p14="http://schemas.microsoft.com/office/powerpoint/2010/main" val="2007"/>
      </p:ext>
    </p:extLst>
  </p:cSld>
</p:sld>
</file>

<file path=ppt/slides/slide9.xml><?xml version="1.0" encoding="utf-8"?>
<p:sld xmlns:p="http://schemas.openxmlformats.org/presentationml/2006/main">
  <p:cSld>
    <p:bg>
      <p:bgPr>
        <a:blipFill xmlns:a="http://schemas.openxmlformats.org/drawingml/2006/main" rotWithShape="1">
          <a:blip xmlns:r="http://schemas.openxmlformats.org/officeDocument/2006/relationships" r:embed="R66db53633723409b">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ЭКРАН 4</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Проверки на объекте меняют вывод</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9</a:t>
            </a:r>
            <a:endParaRPr sz="1100"/>
          </a:p>
        </p:txBody>
      </p:sp>
      <p:pic>
        <p:nvPicPr>
          <p:cNvPr id="17" name="">
            <a:extLst xmlns:a="http://schemas.openxmlformats.org/drawingml/2006/main">
              <a:ext uri="{FF2B5EF4-FFF2-40B4-BE49-F238E27FC236}">
                <a16:creationId xmlns:a16="http://schemas.microsoft.com/office/drawing/2014/main" id="{D93A6006-E2C7-495B-AAB6-3274BDA8C396}"/>
              </a:ext>
            </a:extLst>
          </p:cNvPr>
          <p:cNvPicPr>
            <a:picLocks xmlns:a="http://schemas.openxmlformats.org/drawingml/2006/main" noChangeAspect="1"/>
          </p:cNvPicPr>
          <p:nvPr/>
        </p:nvPicPr>
        <p:blipFill>
          <a:blip xmlns:r="http://schemas.openxmlformats.org/officeDocument/2006/relationships" xmlns:a="http://schemas.openxmlformats.org/drawingml/2006/main" r:embed="R000bd7ca4a4e4be9"/>
          <a:stretch xmlns:a="http://schemas.openxmlformats.org/drawingml/2006/main"/>
        </p:blipFill>
        <p:spPr>
          <a:xfrm xmlns:a="http://schemas.openxmlformats.org/drawingml/2006/main">
            <a:off x="1382000" y="1762125"/>
            <a:ext cx="5560850" cy="2095500"/>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32C3A929-EF88-4E2C-9685-79040CE7C7B9}"/>
              </a:ext>
            </a:extLst>
          </p:cNvPr>
          <p:cNvPicPr>
            <a:picLocks xmlns:a="http://schemas.openxmlformats.org/drawingml/2006/main" noChangeAspect="1"/>
          </p:cNvPicPr>
          <p:nvPr/>
        </p:nvPicPr>
        <p:blipFill>
          <a:blip xmlns:r="http://schemas.openxmlformats.org/officeDocument/2006/relationships" xmlns:a="http://schemas.openxmlformats.org/drawingml/2006/main" r:embed="Ra514c60305424f29"/>
          <a:stretch xmlns:a="http://schemas.openxmlformats.org/drawingml/2006/main"/>
        </p:blipFill>
        <p:spPr>
          <a:xfrm xmlns:a="http://schemas.openxmlformats.org/drawingml/2006/main">
            <a:off x="1467353" y="4010025"/>
            <a:ext cx="5390144" cy="2038350"/>
          </a:xfrm>
          <a:prstGeom xmlns:a="http://schemas.openxmlformats.org/drawingml/2006/main" prst="rect">
            <a:avLst/>
          </a:prstGeom>
        </p:spPr>
      </p:pic>
      <p:sp>
        <p:nvSpPr>
          <p:cNvPr id="19" name="Четыре проверки">
            <a:extLst xmlns:a="http://schemas.openxmlformats.org/drawingml/2006/main">
              <a:ext uri="{FF2B5EF4-FFF2-40B4-BE49-F238E27FC236}">
                <a16:creationId xmlns:a16="http://schemas.microsoft.com/office/drawing/2014/main" id="{388E787B-5C9F-41DE-BCF9-5C2F6CFB803B}"/>
              </a:ext>
            </a:extLst>
          </p:cNvPr>
          <p:cNvSpPr>
            <a:spLocks xmlns:a="http://schemas.openxmlformats.org/drawingml/2006/main" noGrp="1"/>
          </p:cNvSpPr>
          <p:nvPr/>
        </p:nvSpPr>
        <p:spPr>
          <a:xfrm xmlns:a="http://schemas.openxmlformats.org/drawingml/2006/main">
            <a:off x="8029575" y="1809750"/>
            <a:ext cx="335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EE6C9"/>
                </a:solidFill>
                <a:latin typeface="Arial"/>
                <a:ea typeface="Arial"/>
                <a:cs typeface="Arial"/>
              </a:defRPr>
            </a:defPPr>
            <a:lvl1pPr>
              <a:defRPr sz="2025" b="1">
                <a:solidFill>
                  <a:srgbClr val="2EE6C9"/>
                </a:solidFill>
                <a:latin typeface="Arial"/>
                <a:ea typeface="Arial"/>
                <a:cs typeface="Arial"/>
              </a:defRPr>
            </a:lvl1pPr>
            <a:lvl2pPr>
              <a:defRPr sz="2025" b="1">
                <a:solidFill>
                  <a:srgbClr val="2EE6C9"/>
                </a:solidFill>
                <a:latin typeface="Arial"/>
                <a:ea typeface="Arial"/>
                <a:cs typeface="Arial"/>
              </a:defRPr>
            </a:lvl2pPr>
            <a:lvl3pPr>
              <a:defRPr sz="2025" b="1">
                <a:solidFill>
                  <a:srgbClr val="2EE6C9"/>
                </a:solidFill>
                <a:latin typeface="Arial"/>
                <a:ea typeface="Arial"/>
                <a:cs typeface="Arial"/>
              </a:defRPr>
            </a:lvl3pPr>
            <a:lvl4pPr>
              <a:defRPr sz="2025" b="1">
                <a:solidFill>
                  <a:srgbClr val="2EE6C9"/>
                </a:solidFill>
                <a:latin typeface="Arial"/>
                <a:ea typeface="Arial"/>
                <a:cs typeface="Arial"/>
              </a:defRPr>
            </a:lvl4pPr>
            <a:lvl5pPr>
              <a:defRPr sz="2025" b="1">
                <a:solidFill>
                  <a:srgbClr val="2EE6C9"/>
                </a:solidFill>
                <a:latin typeface="Arial"/>
                <a:ea typeface="Arial"/>
                <a:cs typeface="Arial"/>
              </a:defRPr>
            </a:lvl5pPr>
            <a:lvl6pPr>
              <a:defRPr sz="2025" b="1">
                <a:solidFill>
                  <a:srgbClr val="2EE6C9"/>
                </a:solidFill>
                <a:latin typeface="Arial"/>
                <a:ea typeface="Arial"/>
                <a:cs typeface="Arial"/>
              </a:defRPr>
            </a:lvl6pPr>
            <a:lvl7pPr>
              <a:defRPr sz="2025" b="1">
                <a:solidFill>
                  <a:srgbClr val="2EE6C9"/>
                </a:solidFill>
                <a:latin typeface="Arial"/>
                <a:ea typeface="Arial"/>
                <a:cs typeface="Arial"/>
              </a:defRPr>
            </a:lvl7pPr>
            <a:lvl8pPr>
              <a:defRPr sz="2025" b="1">
                <a:solidFill>
                  <a:srgbClr val="2EE6C9"/>
                </a:solidFill>
                <a:latin typeface="Arial"/>
                <a:ea typeface="Arial"/>
                <a:cs typeface="Arial"/>
              </a:defRPr>
            </a:lvl8pPr>
            <a:lvl9pPr>
              <a:defRPr sz="2025" b="1">
                <a:solidFill>
                  <a:srgbClr val="2EE6C9"/>
                </a:solidFill>
                <a:latin typeface="Arial"/>
                <a:ea typeface="Arial"/>
                <a:cs typeface="Arial"/>
              </a:defRPr>
            </a:lvl9pPr>
          </a:lstStyle>
          <a:p xmlns:a="http://schemas.openxmlformats.org/drawingml/2006/main">
            <a:pPr>
              <a:defRPr sz="2025" b="1">
                <a:solidFill>
                  <a:srgbClr val="2EE6C9"/>
                </a:solidFill>
                <a:latin typeface="Arial"/>
                <a:ea typeface="Arial"/>
                <a:cs typeface="Arial"/>
              </a:defRPr>
            </a:pPr>
            <a:r>
              <a:rPr sz="2025" b="1">
                <a:solidFill>
                  <a:srgbClr val="2EE6C9"/>
                </a:solidFill>
                <a:latin typeface="Arial"/>
                <a:ea typeface="Arial"/>
                <a:cs typeface="Arial"/>
              </a:rPr>
              <a:t>Четыре проверки</a:t>
            </a:r>
          </a:p>
        </p:txBody>
      </p:sp>
      <p:sp>
        <p:nvSpPr>
          <p:cNvPr id="20" name="Повторные измерения&#10;Сопоставимость режима&#10;Сма">
            <a:extLst xmlns:a="http://schemas.openxmlformats.org/drawingml/2006/main">
              <a:ext uri="{FF2B5EF4-FFF2-40B4-BE49-F238E27FC236}">
                <a16:creationId xmlns:a16="http://schemas.microsoft.com/office/drawing/2014/main" id="{B281B96D-F522-49B0-903B-6673B6967A6C}"/>
              </a:ext>
            </a:extLst>
          </p:cNvPr>
          <p:cNvSpPr>
            <a:spLocks xmlns:a="http://schemas.openxmlformats.org/drawingml/2006/main" noGrp="1"/>
          </p:cNvSpPr>
          <p:nvPr/>
        </p:nvSpPr>
        <p:spPr>
          <a:xfrm xmlns:a="http://schemas.openxmlformats.org/drawingml/2006/main">
            <a:off x="8029575" y="2409825"/>
            <a:ext cx="33528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3F4F7"/>
                </a:solidFill>
                <a:latin typeface="Arial"/>
                <a:ea typeface="Arial"/>
                <a:cs typeface="Arial"/>
              </a:defRPr>
            </a:defPPr>
            <a:lvl1pPr>
              <a:defRPr sz="1875" b="0">
                <a:solidFill>
                  <a:srgbClr val="F3F4F7"/>
                </a:solidFill>
                <a:latin typeface="Arial"/>
                <a:ea typeface="Arial"/>
                <a:cs typeface="Arial"/>
              </a:defRPr>
            </a:lvl1pPr>
            <a:lvl2pPr>
              <a:defRPr sz="1875" b="0">
                <a:solidFill>
                  <a:srgbClr val="F3F4F7"/>
                </a:solidFill>
                <a:latin typeface="Arial"/>
                <a:ea typeface="Arial"/>
                <a:cs typeface="Arial"/>
              </a:defRPr>
            </a:lvl2pPr>
            <a:lvl3pPr>
              <a:defRPr sz="1875" b="0">
                <a:solidFill>
                  <a:srgbClr val="F3F4F7"/>
                </a:solidFill>
                <a:latin typeface="Arial"/>
                <a:ea typeface="Arial"/>
                <a:cs typeface="Arial"/>
              </a:defRPr>
            </a:lvl3pPr>
            <a:lvl4pPr>
              <a:defRPr sz="1875" b="0">
                <a:solidFill>
                  <a:srgbClr val="F3F4F7"/>
                </a:solidFill>
                <a:latin typeface="Arial"/>
                <a:ea typeface="Arial"/>
                <a:cs typeface="Arial"/>
              </a:defRPr>
            </a:lvl4pPr>
            <a:lvl5pPr>
              <a:defRPr sz="1875" b="0">
                <a:solidFill>
                  <a:srgbClr val="F3F4F7"/>
                </a:solidFill>
                <a:latin typeface="Arial"/>
                <a:ea typeface="Arial"/>
                <a:cs typeface="Arial"/>
              </a:defRPr>
            </a:lvl5pPr>
            <a:lvl6pPr>
              <a:defRPr sz="1875" b="0">
                <a:solidFill>
                  <a:srgbClr val="F3F4F7"/>
                </a:solidFill>
                <a:latin typeface="Arial"/>
                <a:ea typeface="Arial"/>
                <a:cs typeface="Arial"/>
              </a:defRPr>
            </a:lvl6pPr>
            <a:lvl7pPr>
              <a:defRPr sz="1875" b="0">
                <a:solidFill>
                  <a:srgbClr val="F3F4F7"/>
                </a:solidFill>
                <a:latin typeface="Arial"/>
                <a:ea typeface="Arial"/>
                <a:cs typeface="Arial"/>
              </a:defRPr>
            </a:lvl7pPr>
            <a:lvl8pPr>
              <a:defRPr sz="1875" b="0">
                <a:solidFill>
                  <a:srgbClr val="F3F4F7"/>
                </a:solidFill>
                <a:latin typeface="Arial"/>
                <a:ea typeface="Arial"/>
                <a:cs typeface="Arial"/>
              </a:defRPr>
            </a:lvl8pPr>
            <a:lvl9pPr>
              <a:defRPr sz="1875" b="0">
                <a:solidFill>
                  <a:srgbClr val="F3F4F7"/>
                </a:solidFill>
                <a:latin typeface="Arial"/>
                <a:ea typeface="Arial"/>
                <a:cs typeface="Arial"/>
              </a:defRPr>
            </a:lvl9pPr>
          </a:lstStyle>
          <a:p xmlns:a="http://schemas.openxmlformats.org/drawingml/2006/main">
            <a:pPr>
              <a:defRPr sz="1875" b="0">
                <a:solidFill>
                  <a:srgbClr val="F3F4F7"/>
                </a:solidFill>
                <a:latin typeface="Arial"/>
                <a:ea typeface="Arial"/>
                <a:cs typeface="Arial"/>
              </a:defRPr>
            </a:pPr>
            <a:r>
              <a:rPr sz="1875" b="0">
                <a:solidFill>
                  <a:srgbClr val="F3F4F7"/>
                </a:solidFill>
                <a:latin typeface="Arial"/>
                <a:ea typeface="Arial"/>
                <a:cs typeface="Arial"/>
              </a:rPr>
              <a:t>Повторные измерения</a:t>
            </a:r>
          </a:p>
          <a:p xmlns:a="http://schemas.openxmlformats.org/drawingml/2006/main">
            <a:pPr>
              <a:defRPr sz="1875" b="0">
                <a:solidFill>
                  <a:srgbClr val="F3F4F7"/>
                </a:solidFill>
                <a:latin typeface="Arial"/>
                <a:ea typeface="Arial"/>
                <a:cs typeface="Arial"/>
              </a:defRPr>
            </a:pPr>
            <a:r>
              <a:rPr sz="1875" b="0">
                <a:solidFill>
                  <a:srgbClr val="F3F4F7"/>
                </a:solidFill>
                <a:latin typeface="Arial"/>
                <a:ea typeface="Arial"/>
                <a:cs typeface="Arial"/>
              </a:rPr>
              <a:t>Сопоставимость режима</a:t>
            </a:r>
          </a:p>
          <a:p xmlns:a="http://schemas.openxmlformats.org/drawingml/2006/main">
            <a:pPr>
              <a:defRPr sz="1875" b="0">
                <a:solidFill>
                  <a:srgbClr val="F3F4F7"/>
                </a:solidFill>
                <a:latin typeface="Arial"/>
                <a:ea typeface="Arial"/>
                <a:cs typeface="Arial"/>
              </a:defRPr>
            </a:pPr>
            <a:r>
              <a:rPr sz="1875" b="0">
                <a:solidFill>
                  <a:srgbClr val="F3F4F7"/>
                </a:solidFill>
                <a:latin typeface="Arial"/>
                <a:ea typeface="Arial"/>
                <a:cs typeface="Arial"/>
              </a:rPr>
              <a:t>Смазка и охлаждение</a:t>
            </a:r>
          </a:p>
          <a:p xmlns:a="http://schemas.openxmlformats.org/drawingml/2006/main">
            <a:pPr>
              <a:defRPr sz="1875" b="0">
                <a:solidFill>
                  <a:srgbClr val="F3F4F7"/>
                </a:solidFill>
                <a:latin typeface="Arial"/>
                <a:ea typeface="Arial"/>
                <a:cs typeface="Arial"/>
              </a:defRPr>
            </a:pPr>
            <a:r>
              <a:rPr sz="1875" b="0">
                <a:solidFill>
                  <a:srgbClr val="F3F4F7"/>
                </a:solidFill>
                <a:latin typeface="Arial"/>
                <a:ea typeface="Arial"/>
                <a:cs typeface="Arial"/>
              </a:rPr>
              <a:t>Диагностическое заключение</a:t>
            </a:r>
          </a:p>
        </p:txBody>
      </p:sp>
      <p:sp>
        <p:nvSpPr>
          <p:cNvPr id="21" name="Расхождение показаний или другой режим приост">
            <a:extLst xmlns:a="http://schemas.openxmlformats.org/drawingml/2006/main">
              <a:ext uri="{FF2B5EF4-FFF2-40B4-BE49-F238E27FC236}">
                <a16:creationId xmlns:a16="http://schemas.microsoft.com/office/drawing/2014/main" id="{8265CD50-B595-474B-BE47-C4323F06E2EA}"/>
              </a:ext>
            </a:extLst>
          </p:cNvPr>
          <p:cNvSpPr>
            <a:spLocks xmlns:a="http://schemas.openxmlformats.org/drawingml/2006/main" noGrp="1"/>
          </p:cNvSpPr>
          <p:nvPr/>
        </p:nvSpPr>
        <p:spPr>
          <a:xfrm xmlns:a="http://schemas.openxmlformats.org/drawingml/2006/main">
            <a:off x="8029575" y="4533900"/>
            <a:ext cx="335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DE0E7"/>
                </a:solidFill>
                <a:latin typeface="Arial"/>
                <a:ea typeface="Arial"/>
                <a:cs typeface="Arial"/>
              </a:defRPr>
            </a:defPPr>
            <a:lvl1pPr>
              <a:defRPr sz="1725" b="0">
                <a:solidFill>
                  <a:srgbClr val="DDE0E7"/>
                </a:solidFill>
                <a:latin typeface="Arial"/>
                <a:ea typeface="Arial"/>
                <a:cs typeface="Arial"/>
              </a:defRPr>
            </a:lvl1pPr>
            <a:lvl2pPr>
              <a:defRPr sz="1725" b="0">
                <a:solidFill>
                  <a:srgbClr val="DDE0E7"/>
                </a:solidFill>
                <a:latin typeface="Arial"/>
                <a:ea typeface="Arial"/>
                <a:cs typeface="Arial"/>
              </a:defRPr>
            </a:lvl2pPr>
            <a:lvl3pPr>
              <a:defRPr sz="1725" b="0">
                <a:solidFill>
                  <a:srgbClr val="DDE0E7"/>
                </a:solidFill>
                <a:latin typeface="Arial"/>
                <a:ea typeface="Arial"/>
                <a:cs typeface="Arial"/>
              </a:defRPr>
            </a:lvl3pPr>
            <a:lvl4pPr>
              <a:defRPr sz="1725" b="0">
                <a:solidFill>
                  <a:srgbClr val="DDE0E7"/>
                </a:solidFill>
                <a:latin typeface="Arial"/>
                <a:ea typeface="Arial"/>
                <a:cs typeface="Arial"/>
              </a:defRPr>
            </a:lvl4pPr>
            <a:lvl5pPr>
              <a:defRPr sz="1725" b="0">
                <a:solidFill>
                  <a:srgbClr val="DDE0E7"/>
                </a:solidFill>
                <a:latin typeface="Arial"/>
                <a:ea typeface="Arial"/>
                <a:cs typeface="Arial"/>
              </a:defRPr>
            </a:lvl5pPr>
            <a:lvl6pPr>
              <a:defRPr sz="1725" b="0">
                <a:solidFill>
                  <a:srgbClr val="DDE0E7"/>
                </a:solidFill>
                <a:latin typeface="Arial"/>
                <a:ea typeface="Arial"/>
                <a:cs typeface="Arial"/>
              </a:defRPr>
            </a:lvl6pPr>
            <a:lvl7pPr>
              <a:defRPr sz="1725" b="0">
                <a:solidFill>
                  <a:srgbClr val="DDE0E7"/>
                </a:solidFill>
                <a:latin typeface="Arial"/>
                <a:ea typeface="Arial"/>
                <a:cs typeface="Arial"/>
              </a:defRPr>
            </a:lvl7pPr>
            <a:lvl8pPr>
              <a:defRPr sz="1725" b="0">
                <a:solidFill>
                  <a:srgbClr val="DDE0E7"/>
                </a:solidFill>
                <a:latin typeface="Arial"/>
                <a:ea typeface="Arial"/>
                <a:cs typeface="Arial"/>
              </a:defRPr>
            </a:lvl8pPr>
            <a:lvl9pPr>
              <a:defRPr sz="1725" b="0">
                <a:solidFill>
                  <a:srgbClr val="DDE0E7"/>
                </a:solidFill>
                <a:latin typeface="Arial"/>
                <a:ea typeface="Arial"/>
                <a:cs typeface="Arial"/>
              </a:defRPr>
            </a:lvl9pPr>
          </a:lstStyle>
          <a:p xmlns:a="http://schemas.openxmlformats.org/drawingml/2006/main">
            <a:pPr>
              <a:defRPr sz="1725" b="0">
                <a:solidFill>
                  <a:srgbClr val="DDE0E7"/>
                </a:solidFill>
                <a:latin typeface="Arial"/>
                <a:ea typeface="Arial"/>
                <a:cs typeface="Arial"/>
              </a:defRPr>
            </a:pPr>
            <a:r>
              <a:rPr sz="1725" b="0">
                <a:solidFill>
                  <a:srgbClr val="DDE0E7"/>
                </a:solidFill>
                <a:latin typeface="Arial"/>
                <a:ea typeface="Arial"/>
                <a:cs typeface="Arial"/>
              </a:rPr>
              <a:t>Расхождение показаний или другой режим приостанавливают численный прогноз.</a:t>
            </a:r>
          </a:p>
        </p:txBody>
      </p:sp>
    </p:spTree>
    <p:extLst>
      <p:ext uri="{BB962C8B-B14F-4D97-AF65-F5344CB8AC3E}">
        <p14:creationId xmlns:p14="http://schemas.microsoft.com/office/powerpoint/2010/main" val="2008"/>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db77e21dfb2c4142">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ЭКРАН 5</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Горизонт предупреждения</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10</a:t>
            </a:r>
            <a:endParaRPr sz="1100"/>
          </a:p>
        </p:txBody>
      </p:sp>
      <p:pic>
        <p:nvPicPr>
          <p:cNvPr id="17" name="">
            <a:extLst xmlns:a="http://schemas.openxmlformats.org/drawingml/2006/main">
              <a:ext uri="{FF2B5EF4-FFF2-40B4-BE49-F238E27FC236}">
                <a16:creationId xmlns:a16="http://schemas.microsoft.com/office/drawing/2014/main" id="{7E2AC431-9069-4B8F-9EEB-4C1616D04002}"/>
              </a:ext>
            </a:extLst>
          </p:cNvPr>
          <p:cNvPicPr>
            <a:picLocks xmlns:a="http://schemas.openxmlformats.org/drawingml/2006/main" noChangeAspect="1"/>
          </p:cNvPicPr>
          <p:nvPr/>
        </p:nvPicPr>
        <p:blipFill>
          <a:blip xmlns:r="http://schemas.openxmlformats.org/officeDocument/2006/relationships" xmlns:a="http://schemas.openxmlformats.org/drawingml/2006/main" r:embed="R0d0128ab8a544e1c"/>
          <a:stretch xmlns:a="http://schemas.openxmlformats.org/drawingml/2006/main"/>
        </p:blipFill>
        <p:spPr>
          <a:xfrm xmlns:a="http://schemas.openxmlformats.org/drawingml/2006/main">
            <a:off x="943814" y="1724025"/>
            <a:ext cx="3027272" cy="4371975"/>
          </a:xfrm>
          <a:prstGeom xmlns:a="http://schemas.openxmlformats.org/drawingml/2006/main" prst="rect">
            <a:avLst/>
          </a:prstGeom>
        </p:spPr>
      </p:pic>
      <p:sp>
        <p:nvSpPr>
          <p:cNvPr id="18" name="48–72 часа">
            <a:extLst xmlns:a="http://schemas.openxmlformats.org/drawingml/2006/main">
              <a:ext uri="{FF2B5EF4-FFF2-40B4-BE49-F238E27FC236}">
                <a16:creationId xmlns:a16="http://schemas.microsoft.com/office/drawing/2014/main" id="{D34A2CA7-23C6-45E3-8F7D-94C40C639F9A}"/>
              </a:ext>
            </a:extLst>
          </p:cNvPr>
          <p:cNvSpPr>
            <a:spLocks xmlns:a="http://schemas.openxmlformats.org/drawingml/2006/main" noGrp="1"/>
          </p:cNvSpPr>
          <p:nvPr/>
        </p:nvSpPr>
        <p:spPr>
          <a:xfrm xmlns:a="http://schemas.openxmlformats.org/drawingml/2006/main">
            <a:off x="4657725" y="1857375"/>
            <a:ext cx="6724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75" b="1">
                <a:solidFill>
                  <a:srgbClr val="2EE6C9"/>
                </a:solidFill>
                <a:latin typeface="Arial"/>
                <a:ea typeface="Arial"/>
                <a:cs typeface="Arial"/>
              </a:defRPr>
            </a:defPPr>
            <a:lvl1pPr>
              <a:defRPr sz="3975" b="1">
                <a:solidFill>
                  <a:srgbClr val="2EE6C9"/>
                </a:solidFill>
                <a:latin typeface="Arial"/>
                <a:ea typeface="Arial"/>
                <a:cs typeface="Arial"/>
              </a:defRPr>
            </a:lvl1pPr>
            <a:lvl2pPr>
              <a:defRPr sz="3975" b="1">
                <a:solidFill>
                  <a:srgbClr val="2EE6C9"/>
                </a:solidFill>
                <a:latin typeface="Arial"/>
                <a:ea typeface="Arial"/>
                <a:cs typeface="Arial"/>
              </a:defRPr>
            </a:lvl2pPr>
            <a:lvl3pPr>
              <a:defRPr sz="3975" b="1">
                <a:solidFill>
                  <a:srgbClr val="2EE6C9"/>
                </a:solidFill>
                <a:latin typeface="Arial"/>
                <a:ea typeface="Arial"/>
                <a:cs typeface="Arial"/>
              </a:defRPr>
            </a:lvl3pPr>
            <a:lvl4pPr>
              <a:defRPr sz="3975" b="1">
                <a:solidFill>
                  <a:srgbClr val="2EE6C9"/>
                </a:solidFill>
                <a:latin typeface="Arial"/>
                <a:ea typeface="Arial"/>
                <a:cs typeface="Arial"/>
              </a:defRPr>
            </a:lvl4pPr>
            <a:lvl5pPr>
              <a:defRPr sz="3975" b="1">
                <a:solidFill>
                  <a:srgbClr val="2EE6C9"/>
                </a:solidFill>
                <a:latin typeface="Arial"/>
                <a:ea typeface="Arial"/>
                <a:cs typeface="Arial"/>
              </a:defRPr>
            </a:lvl5pPr>
            <a:lvl6pPr>
              <a:defRPr sz="3975" b="1">
                <a:solidFill>
                  <a:srgbClr val="2EE6C9"/>
                </a:solidFill>
                <a:latin typeface="Arial"/>
                <a:ea typeface="Arial"/>
                <a:cs typeface="Arial"/>
              </a:defRPr>
            </a:lvl6pPr>
            <a:lvl7pPr>
              <a:defRPr sz="3975" b="1">
                <a:solidFill>
                  <a:srgbClr val="2EE6C9"/>
                </a:solidFill>
                <a:latin typeface="Arial"/>
                <a:ea typeface="Arial"/>
                <a:cs typeface="Arial"/>
              </a:defRPr>
            </a:lvl7pPr>
            <a:lvl8pPr>
              <a:defRPr sz="3975" b="1">
                <a:solidFill>
                  <a:srgbClr val="2EE6C9"/>
                </a:solidFill>
                <a:latin typeface="Arial"/>
                <a:ea typeface="Arial"/>
                <a:cs typeface="Arial"/>
              </a:defRPr>
            </a:lvl8pPr>
            <a:lvl9pPr>
              <a:defRPr sz="3975" b="1">
                <a:solidFill>
                  <a:srgbClr val="2EE6C9"/>
                </a:solidFill>
                <a:latin typeface="Arial"/>
                <a:ea typeface="Arial"/>
                <a:cs typeface="Arial"/>
              </a:defRPr>
            </a:lvl9pPr>
          </a:lstStyle>
          <a:p xmlns:a="http://schemas.openxmlformats.org/drawingml/2006/main">
            <a:pPr>
              <a:defRPr sz="3975" b="1">
                <a:solidFill>
                  <a:srgbClr val="2EE6C9"/>
                </a:solidFill>
                <a:latin typeface="Arial"/>
                <a:ea typeface="Arial"/>
                <a:cs typeface="Arial"/>
              </a:defRPr>
            </a:pPr>
            <a:r>
              <a:rPr sz="3975" b="1">
                <a:solidFill>
                  <a:srgbClr val="2EE6C9"/>
                </a:solidFill>
                <a:latin typeface="Arial"/>
                <a:ea typeface="Arial"/>
                <a:cs typeface="Arial"/>
              </a:rPr>
              <a:t>48–72 часа</a:t>
            </a:r>
          </a:p>
        </p:txBody>
      </p:sp>
      <p:sp>
        <p:nvSpPr>
          <p:cNvPr id="19" name="До условной границы 5,5 мм/с&#10;при продолжении ">
            <a:extLst xmlns:a="http://schemas.openxmlformats.org/drawingml/2006/main">
              <a:ext uri="{FF2B5EF4-FFF2-40B4-BE49-F238E27FC236}">
                <a16:creationId xmlns:a16="http://schemas.microsoft.com/office/drawing/2014/main" id="{4090304B-ABEB-4549-983B-6D0E3E79E985}"/>
              </a:ext>
            </a:extLst>
          </p:cNvPr>
          <p:cNvSpPr>
            <a:spLocks xmlns:a="http://schemas.openxmlformats.org/drawingml/2006/main" noGrp="1"/>
          </p:cNvSpPr>
          <p:nvPr/>
        </p:nvSpPr>
        <p:spPr>
          <a:xfrm xmlns:a="http://schemas.openxmlformats.org/drawingml/2006/main">
            <a:off x="4657725" y="2752725"/>
            <a:ext cx="670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3F4F7"/>
                </a:solidFill>
                <a:latin typeface="Arial"/>
                <a:ea typeface="Arial"/>
                <a:cs typeface="Arial"/>
              </a:defRPr>
            </a:defPPr>
            <a:lvl1pPr>
              <a:defRPr sz="2325" b="0">
                <a:solidFill>
                  <a:srgbClr val="F3F4F7"/>
                </a:solidFill>
                <a:latin typeface="Arial"/>
                <a:ea typeface="Arial"/>
                <a:cs typeface="Arial"/>
              </a:defRPr>
            </a:lvl1pPr>
            <a:lvl2pPr>
              <a:defRPr sz="2325" b="0">
                <a:solidFill>
                  <a:srgbClr val="F3F4F7"/>
                </a:solidFill>
                <a:latin typeface="Arial"/>
                <a:ea typeface="Arial"/>
                <a:cs typeface="Arial"/>
              </a:defRPr>
            </a:lvl2pPr>
            <a:lvl3pPr>
              <a:defRPr sz="2325" b="0">
                <a:solidFill>
                  <a:srgbClr val="F3F4F7"/>
                </a:solidFill>
                <a:latin typeface="Arial"/>
                <a:ea typeface="Arial"/>
                <a:cs typeface="Arial"/>
              </a:defRPr>
            </a:lvl3pPr>
            <a:lvl4pPr>
              <a:defRPr sz="2325" b="0">
                <a:solidFill>
                  <a:srgbClr val="F3F4F7"/>
                </a:solidFill>
                <a:latin typeface="Arial"/>
                <a:ea typeface="Arial"/>
                <a:cs typeface="Arial"/>
              </a:defRPr>
            </a:lvl4pPr>
            <a:lvl5pPr>
              <a:defRPr sz="2325" b="0">
                <a:solidFill>
                  <a:srgbClr val="F3F4F7"/>
                </a:solidFill>
                <a:latin typeface="Arial"/>
                <a:ea typeface="Arial"/>
                <a:cs typeface="Arial"/>
              </a:defRPr>
            </a:lvl5pPr>
            <a:lvl6pPr>
              <a:defRPr sz="2325" b="0">
                <a:solidFill>
                  <a:srgbClr val="F3F4F7"/>
                </a:solidFill>
                <a:latin typeface="Arial"/>
                <a:ea typeface="Arial"/>
                <a:cs typeface="Arial"/>
              </a:defRPr>
            </a:lvl6pPr>
            <a:lvl7pPr>
              <a:defRPr sz="2325" b="0">
                <a:solidFill>
                  <a:srgbClr val="F3F4F7"/>
                </a:solidFill>
                <a:latin typeface="Arial"/>
                <a:ea typeface="Arial"/>
                <a:cs typeface="Arial"/>
              </a:defRPr>
            </a:lvl7pPr>
            <a:lvl8pPr>
              <a:defRPr sz="2325" b="0">
                <a:solidFill>
                  <a:srgbClr val="F3F4F7"/>
                </a:solidFill>
                <a:latin typeface="Arial"/>
                <a:ea typeface="Arial"/>
                <a:cs typeface="Arial"/>
              </a:defRPr>
            </a:lvl8pPr>
            <a:lvl9pPr>
              <a:defRPr sz="2325" b="0">
                <a:solidFill>
                  <a:srgbClr val="F3F4F7"/>
                </a:solidFill>
                <a:latin typeface="Arial"/>
                <a:ea typeface="Arial"/>
                <a:cs typeface="Arial"/>
              </a:defRPr>
            </a:lvl9pPr>
          </a:lstStyle>
          <a:p xmlns:a="http://schemas.openxmlformats.org/drawingml/2006/main">
            <a:pPr>
              <a:defRPr sz="2325" b="0">
                <a:solidFill>
                  <a:srgbClr val="F3F4F7"/>
                </a:solidFill>
                <a:latin typeface="Arial"/>
                <a:ea typeface="Arial"/>
                <a:cs typeface="Arial"/>
              </a:defRPr>
            </a:pPr>
            <a:r>
              <a:rPr sz="2325" b="0">
                <a:solidFill>
                  <a:srgbClr val="F3F4F7"/>
                </a:solidFill>
                <a:latin typeface="Arial"/>
                <a:ea typeface="Arial"/>
                <a:cs typeface="Arial"/>
              </a:rPr>
              <a:t>До условной границы 5,5 мм/с</a:t>
            </a:r>
          </a:p>
          <a:p xmlns:a="http://schemas.openxmlformats.org/drawingml/2006/main">
            <a:pPr>
              <a:defRPr sz="2325" b="0">
                <a:solidFill>
                  <a:srgbClr val="F3F4F7"/>
                </a:solidFill>
                <a:latin typeface="Arial"/>
                <a:ea typeface="Arial"/>
                <a:cs typeface="Arial"/>
              </a:defRPr>
            </a:pPr>
            <a:r>
              <a:rPr sz="2325" b="0">
                <a:solidFill>
                  <a:srgbClr val="F3F4F7"/>
                </a:solidFill>
                <a:latin typeface="Arial"/>
                <a:ea typeface="Arial"/>
                <a:cs typeface="Arial"/>
              </a:rPr>
              <a:t>при продолжении учебного тренда</a:t>
            </a:r>
          </a:p>
        </p:txBody>
      </p:sp>
      <p:sp>
        <p:nvSpPr>
          <p:cNvPr id="20" name="25 точек с шагом 6 часов. Два расчёта: по пос">
            <a:extLst xmlns:a="http://schemas.openxmlformats.org/drawingml/2006/main">
              <a:ext uri="{FF2B5EF4-FFF2-40B4-BE49-F238E27FC236}">
                <a16:creationId xmlns:a16="http://schemas.microsoft.com/office/drawing/2014/main" id="{98F0DEA5-7725-4738-8389-29FD8B2016C3}"/>
              </a:ext>
            </a:extLst>
          </p:cNvPr>
          <p:cNvSpPr>
            <a:spLocks xmlns:a="http://schemas.openxmlformats.org/drawingml/2006/main" noGrp="1"/>
          </p:cNvSpPr>
          <p:nvPr/>
        </p:nvSpPr>
        <p:spPr>
          <a:xfrm xmlns:a="http://schemas.openxmlformats.org/drawingml/2006/main">
            <a:off x="4657725" y="4010025"/>
            <a:ext cx="6705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DE0E7"/>
                </a:solidFill>
                <a:latin typeface="Arial"/>
                <a:ea typeface="Arial"/>
                <a:cs typeface="Arial"/>
              </a:defRPr>
            </a:defPPr>
            <a:lvl1pPr>
              <a:defRPr sz="1875" b="0">
                <a:solidFill>
                  <a:srgbClr val="DDE0E7"/>
                </a:solidFill>
                <a:latin typeface="Arial"/>
                <a:ea typeface="Arial"/>
                <a:cs typeface="Arial"/>
              </a:defRPr>
            </a:lvl1pPr>
            <a:lvl2pPr>
              <a:defRPr sz="1875" b="0">
                <a:solidFill>
                  <a:srgbClr val="DDE0E7"/>
                </a:solidFill>
                <a:latin typeface="Arial"/>
                <a:ea typeface="Arial"/>
                <a:cs typeface="Arial"/>
              </a:defRPr>
            </a:lvl2pPr>
            <a:lvl3pPr>
              <a:defRPr sz="1875" b="0">
                <a:solidFill>
                  <a:srgbClr val="DDE0E7"/>
                </a:solidFill>
                <a:latin typeface="Arial"/>
                <a:ea typeface="Arial"/>
                <a:cs typeface="Arial"/>
              </a:defRPr>
            </a:lvl3pPr>
            <a:lvl4pPr>
              <a:defRPr sz="1875" b="0">
                <a:solidFill>
                  <a:srgbClr val="DDE0E7"/>
                </a:solidFill>
                <a:latin typeface="Arial"/>
                <a:ea typeface="Arial"/>
                <a:cs typeface="Arial"/>
              </a:defRPr>
            </a:lvl4pPr>
            <a:lvl5pPr>
              <a:defRPr sz="1875" b="0">
                <a:solidFill>
                  <a:srgbClr val="DDE0E7"/>
                </a:solidFill>
                <a:latin typeface="Arial"/>
                <a:ea typeface="Arial"/>
                <a:cs typeface="Arial"/>
              </a:defRPr>
            </a:lvl5pPr>
            <a:lvl6pPr>
              <a:defRPr sz="1875" b="0">
                <a:solidFill>
                  <a:srgbClr val="DDE0E7"/>
                </a:solidFill>
                <a:latin typeface="Arial"/>
                <a:ea typeface="Arial"/>
                <a:cs typeface="Arial"/>
              </a:defRPr>
            </a:lvl6pPr>
            <a:lvl7pPr>
              <a:defRPr sz="1875" b="0">
                <a:solidFill>
                  <a:srgbClr val="DDE0E7"/>
                </a:solidFill>
                <a:latin typeface="Arial"/>
                <a:ea typeface="Arial"/>
                <a:cs typeface="Arial"/>
              </a:defRPr>
            </a:lvl7pPr>
            <a:lvl8pPr>
              <a:defRPr sz="1875" b="0">
                <a:solidFill>
                  <a:srgbClr val="DDE0E7"/>
                </a:solidFill>
                <a:latin typeface="Arial"/>
                <a:ea typeface="Arial"/>
                <a:cs typeface="Arial"/>
              </a:defRPr>
            </a:lvl8pPr>
            <a:lvl9pPr>
              <a:defRPr sz="1875" b="0">
                <a:solidFill>
                  <a:srgbClr val="DDE0E7"/>
                </a:solidFill>
                <a:latin typeface="Arial"/>
                <a:ea typeface="Arial"/>
                <a:cs typeface="Arial"/>
              </a:defRPr>
            </a:lvl9pPr>
          </a:lstStyle>
          <a:p xmlns:a="http://schemas.openxmlformats.org/drawingml/2006/main">
            <a:pPr>
              <a:defRPr sz="1875" b="0">
                <a:solidFill>
                  <a:srgbClr val="DDE0E7"/>
                </a:solidFill>
                <a:latin typeface="Arial"/>
                <a:ea typeface="Arial"/>
                <a:cs typeface="Arial"/>
              </a:defRPr>
            </a:pPr>
            <a:r>
              <a:rPr sz="1875" b="0">
                <a:solidFill>
                  <a:srgbClr val="DDE0E7"/>
                </a:solidFill>
                <a:latin typeface="Arial"/>
                <a:ea typeface="Arial"/>
                <a:cs typeface="Arial"/>
              </a:rPr>
              <a:t>25 точек с шагом 6 часов. Два расчёта: по последним суткам и по всему интервалу.</a:t>
            </a:r>
          </a:p>
        </p:txBody>
      </p:sp>
      <p:sp>
        <p:nvSpPr>
          <p:cNvPr id="21" name="В пилоте проверим, за сколько до реального со">
            <a:extLst xmlns:a="http://schemas.openxmlformats.org/drawingml/2006/main">
              <a:ext uri="{FF2B5EF4-FFF2-40B4-BE49-F238E27FC236}">
                <a16:creationId xmlns:a16="http://schemas.microsoft.com/office/drawing/2014/main" id="{4876FB1B-31FB-40A5-9343-D6AC422080F7}"/>
              </a:ext>
            </a:extLst>
          </p:cNvPr>
          <p:cNvSpPr>
            <a:spLocks xmlns:a="http://schemas.openxmlformats.org/drawingml/2006/main" noGrp="1"/>
          </p:cNvSpPr>
          <p:nvPr/>
        </p:nvSpPr>
        <p:spPr>
          <a:xfrm xmlns:a="http://schemas.openxmlformats.org/drawingml/2006/main">
            <a:off x="4657725" y="5191125"/>
            <a:ext cx="6705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6ABB8"/>
                </a:solidFill>
                <a:latin typeface="Arial"/>
                <a:ea typeface="Arial"/>
                <a:cs typeface="Arial"/>
              </a:defRPr>
            </a:defPPr>
            <a:lvl1pPr>
              <a:defRPr sz="1725" b="0">
                <a:solidFill>
                  <a:srgbClr val="A6ABB8"/>
                </a:solidFill>
                <a:latin typeface="Arial"/>
                <a:ea typeface="Arial"/>
                <a:cs typeface="Arial"/>
              </a:defRPr>
            </a:lvl1pPr>
            <a:lvl2pPr>
              <a:defRPr sz="1725" b="0">
                <a:solidFill>
                  <a:srgbClr val="A6ABB8"/>
                </a:solidFill>
                <a:latin typeface="Arial"/>
                <a:ea typeface="Arial"/>
                <a:cs typeface="Arial"/>
              </a:defRPr>
            </a:lvl2pPr>
            <a:lvl3pPr>
              <a:defRPr sz="1725" b="0">
                <a:solidFill>
                  <a:srgbClr val="A6ABB8"/>
                </a:solidFill>
                <a:latin typeface="Arial"/>
                <a:ea typeface="Arial"/>
                <a:cs typeface="Arial"/>
              </a:defRPr>
            </a:lvl3pPr>
            <a:lvl4pPr>
              <a:defRPr sz="1725" b="0">
                <a:solidFill>
                  <a:srgbClr val="A6ABB8"/>
                </a:solidFill>
                <a:latin typeface="Arial"/>
                <a:ea typeface="Arial"/>
                <a:cs typeface="Arial"/>
              </a:defRPr>
            </a:lvl4pPr>
            <a:lvl5pPr>
              <a:defRPr sz="1725" b="0">
                <a:solidFill>
                  <a:srgbClr val="A6ABB8"/>
                </a:solidFill>
                <a:latin typeface="Arial"/>
                <a:ea typeface="Arial"/>
                <a:cs typeface="Arial"/>
              </a:defRPr>
            </a:lvl5pPr>
            <a:lvl6pPr>
              <a:defRPr sz="1725" b="0">
                <a:solidFill>
                  <a:srgbClr val="A6ABB8"/>
                </a:solidFill>
                <a:latin typeface="Arial"/>
                <a:ea typeface="Arial"/>
                <a:cs typeface="Arial"/>
              </a:defRPr>
            </a:lvl6pPr>
            <a:lvl7pPr>
              <a:defRPr sz="1725" b="0">
                <a:solidFill>
                  <a:srgbClr val="A6ABB8"/>
                </a:solidFill>
                <a:latin typeface="Arial"/>
                <a:ea typeface="Arial"/>
                <a:cs typeface="Arial"/>
              </a:defRPr>
            </a:lvl7pPr>
            <a:lvl8pPr>
              <a:defRPr sz="1725" b="0">
                <a:solidFill>
                  <a:srgbClr val="A6ABB8"/>
                </a:solidFill>
                <a:latin typeface="Arial"/>
                <a:ea typeface="Arial"/>
                <a:cs typeface="Arial"/>
              </a:defRPr>
            </a:lvl8pPr>
            <a:lvl9pPr>
              <a:defRPr sz="1725" b="0">
                <a:solidFill>
                  <a:srgbClr val="A6ABB8"/>
                </a:solidFill>
                <a:latin typeface="Arial"/>
                <a:ea typeface="Arial"/>
                <a:cs typeface="Arial"/>
              </a:defRPr>
            </a:lvl9pPr>
          </a:lstStyle>
          <a:p xmlns:a="http://schemas.openxmlformats.org/drawingml/2006/main">
            <a:pPr>
              <a:defRPr sz="1725" b="0">
                <a:solidFill>
                  <a:srgbClr val="A6ABB8"/>
                </a:solidFill>
                <a:latin typeface="Arial"/>
                <a:ea typeface="Arial"/>
                <a:cs typeface="Arial"/>
              </a:defRPr>
            </a:pPr>
            <a:r>
              <a:rPr sz="1725" b="0">
                <a:solidFill>
                  <a:srgbClr val="A6ABB8"/>
                </a:solidFill>
                <a:latin typeface="Arial"/>
                <a:ea typeface="Arial"/>
                <a:cs typeface="Arial"/>
              </a:rPr>
              <a:t>В пилоте проверим, за сколько до реального события появляется пригодное к действию предупреждение.</a:t>
            </a:r>
          </a:p>
        </p:txBody>
      </p:sp>
    </p:spTree>
    <p:extLst>
      <p:ext uri="{BB962C8B-B14F-4D97-AF65-F5344CB8AC3E}">
        <p14:creationId xmlns:p14="http://schemas.microsoft.com/office/powerpoint/2010/main" val="2009"/>
      </p:ext>
    </p:extLst>
  </p:cSld>
</p:sld>
</file>

<file path=ppt/slides/slide11.xml><?xml version="1.0" encoding="utf-8"?>
<p:sld xmlns:p="http://schemas.openxmlformats.org/presentationml/2006/main">
  <p:cSld>
    <p:bg>
      <p:bgPr>
        <a:blipFill xmlns:a="http://schemas.openxmlformats.org/drawingml/2006/main" rotWithShape="1">
          <a:blip xmlns:r="http://schemas.openxmlformats.org/officeDocument/2006/relationships" r:embed="R87ed737c7bdf4727">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ЭКРАН 6</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Экономика решения на заданных допущениях</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11</a:t>
            </a:r>
            <a:endParaRPr sz="1100"/>
          </a:p>
        </p:txBody>
      </p:sp>
      <p:pic>
        <p:nvPicPr>
          <p:cNvPr id="17" name="">
            <a:extLst xmlns:a="http://schemas.openxmlformats.org/drawingml/2006/main">
              <a:ext uri="{FF2B5EF4-FFF2-40B4-BE49-F238E27FC236}">
                <a16:creationId xmlns:a16="http://schemas.microsoft.com/office/drawing/2014/main" id="{3564DFA1-7881-46AC-AA49-0EAB122E1CFB}"/>
              </a:ext>
            </a:extLst>
          </p:cNvPr>
          <p:cNvPicPr>
            <a:picLocks xmlns:a="http://schemas.openxmlformats.org/drawingml/2006/main" noChangeAspect="1"/>
          </p:cNvPicPr>
          <p:nvPr/>
        </p:nvPicPr>
        <p:blipFill>
          <a:blip xmlns:r="http://schemas.openxmlformats.org/officeDocument/2006/relationships" xmlns:a="http://schemas.openxmlformats.org/drawingml/2006/main" r:embed="R809c6bcb18054e0f"/>
          <a:stretch xmlns:a="http://schemas.openxmlformats.org/drawingml/2006/main"/>
        </p:blipFill>
        <p:spPr>
          <a:xfrm xmlns:a="http://schemas.openxmlformats.org/drawingml/2006/main">
            <a:off x="781367" y="1790700"/>
            <a:ext cx="10610215" cy="3248025"/>
          </a:xfrm>
          <a:prstGeom xmlns:a="http://schemas.openxmlformats.org/drawingml/2006/main" prst="rect">
            <a:avLst/>
          </a:prstGeom>
        </p:spPr>
      </p:pic>
      <p:sp>
        <p:nvSpPr>
          <p:cNvPr id="18" name="Пользователь меняет затраты">
            <a:extLst xmlns:a="http://schemas.openxmlformats.org/drawingml/2006/main">
              <a:ext uri="{FF2B5EF4-FFF2-40B4-BE49-F238E27FC236}">
                <a16:creationId xmlns:a16="http://schemas.microsoft.com/office/drawing/2014/main" id="{62B41681-FF80-4A5E-8BE6-F4FD9EE925ED}"/>
              </a:ext>
            </a:extLst>
          </p:cNvPr>
          <p:cNvSpPr>
            <a:spLocks xmlns:a="http://schemas.openxmlformats.org/drawingml/2006/main" noGrp="1"/>
          </p:cNvSpPr>
          <p:nvPr/>
        </p:nvSpPr>
        <p:spPr>
          <a:xfrm xmlns:a="http://schemas.openxmlformats.org/drawingml/2006/main">
            <a:off x="781050" y="5372100"/>
            <a:ext cx="4857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EE6C9"/>
                </a:solidFill>
                <a:latin typeface="Arial"/>
                <a:ea typeface="Arial"/>
                <a:cs typeface="Arial"/>
              </a:defRPr>
            </a:defPPr>
            <a:lvl1pPr>
              <a:defRPr sz="1875" b="1">
                <a:solidFill>
                  <a:srgbClr val="2EE6C9"/>
                </a:solidFill>
                <a:latin typeface="Arial"/>
                <a:ea typeface="Arial"/>
                <a:cs typeface="Arial"/>
              </a:defRPr>
            </a:lvl1pPr>
            <a:lvl2pPr>
              <a:defRPr sz="1875" b="1">
                <a:solidFill>
                  <a:srgbClr val="2EE6C9"/>
                </a:solidFill>
                <a:latin typeface="Arial"/>
                <a:ea typeface="Arial"/>
                <a:cs typeface="Arial"/>
              </a:defRPr>
            </a:lvl2pPr>
            <a:lvl3pPr>
              <a:defRPr sz="1875" b="1">
                <a:solidFill>
                  <a:srgbClr val="2EE6C9"/>
                </a:solidFill>
                <a:latin typeface="Arial"/>
                <a:ea typeface="Arial"/>
                <a:cs typeface="Arial"/>
              </a:defRPr>
            </a:lvl3pPr>
            <a:lvl4pPr>
              <a:defRPr sz="1875" b="1">
                <a:solidFill>
                  <a:srgbClr val="2EE6C9"/>
                </a:solidFill>
                <a:latin typeface="Arial"/>
                <a:ea typeface="Arial"/>
                <a:cs typeface="Arial"/>
              </a:defRPr>
            </a:lvl4pPr>
            <a:lvl5pPr>
              <a:defRPr sz="1875" b="1">
                <a:solidFill>
                  <a:srgbClr val="2EE6C9"/>
                </a:solidFill>
                <a:latin typeface="Arial"/>
                <a:ea typeface="Arial"/>
                <a:cs typeface="Arial"/>
              </a:defRPr>
            </a:lvl5pPr>
            <a:lvl6pPr>
              <a:defRPr sz="1875" b="1">
                <a:solidFill>
                  <a:srgbClr val="2EE6C9"/>
                </a:solidFill>
                <a:latin typeface="Arial"/>
                <a:ea typeface="Arial"/>
                <a:cs typeface="Arial"/>
              </a:defRPr>
            </a:lvl6pPr>
            <a:lvl7pPr>
              <a:defRPr sz="1875" b="1">
                <a:solidFill>
                  <a:srgbClr val="2EE6C9"/>
                </a:solidFill>
                <a:latin typeface="Arial"/>
                <a:ea typeface="Arial"/>
                <a:cs typeface="Arial"/>
              </a:defRPr>
            </a:lvl7pPr>
            <a:lvl8pPr>
              <a:defRPr sz="1875" b="1">
                <a:solidFill>
                  <a:srgbClr val="2EE6C9"/>
                </a:solidFill>
                <a:latin typeface="Arial"/>
                <a:ea typeface="Arial"/>
                <a:cs typeface="Arial"/>
              </a:defRPr>
            </a:lvl8pPr>
            <a:lvl9pPr>
              <a:defRPr sz="1875" b="1">
                <a:solidFill>
                  <a:srgbClr val="2EE6C9"/>
                </a:solidFill>
                <a:latin typeface="Arial"/>
                <a:ea typeface="Arial"/>
                <a:cs typeface="Arial"/>
              </a:defRPr>
            </a:lvl9pPr>
          </a:lstStyle>
          <a:p xmlns:a="http://schemas.openxmlformats.org/drawingml/2006/main">
            <a:pPr>
              <a:defRPr sz="1875" b="1">
                <a:solidFill>
                  <a:srgbClr val="2EE6C9"/>
                </a:solidFill>
                <a:latin typeface="Arial"/>
                <a:ea typeface="Arial"/>
                <a:cs typeface="Arial"/>
              </a:defRPr>
            </a:pPr>
            <a:r>
              <a:rPr sz="1875" b="1">
                <a:solidFill>
                  <a:srgbClr val="2EE6C9"/>
                </a:solidFill>
                <a:latin typeface="Arial"/>
                <a:ea typeface="Arial"/>
                <a:cs typeface="Arial"/>
              </a:rPr>
              <a:t>Пользователь меняет затраты</a:t>
            </a:r>
          </a:p>
        </p:txBody>
      </p:sp>
      <p:sp>
        <p:nvSpPr>
          <p:cNvPr id="19" name="Учитывает резерв, часы потерь и стоимость раб">
            <a:extLst xmlns:a="http://schemas.openxmlformats.org/drawingml/2006/main">
              <a:ext uri="{FF2B5EF4-FFF2-40B4-BE49-F238E27FC236}">
                <a16:creationId xmlns:a16="http://schemas.microsoft.com/office/drawing/2014/main" id="{5A1267E1-0397-4739-BEB7-7724DB5E2244}"/>
              </a:ext>
            </a:extLst>
          </p:cNvPr>
          <p:cNvSpPr>
            <a:spLocks xmlns:a="http://schemas.openxmlformats.org/drawingml/2006/main" noGrp="1"/>
          </p:cNvSpPr>
          <p:nvPr/>
        </p:nvSpPr>
        <p:spPr>
          <a:xfrm xmlns:a="http://schemas.openxmlformats.org/drawingml/2006/main">
            <a:off x="781050" y="58102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DE0E7"/>
                </a:solidFill>
                <a:latin typeface="Arial"/>
                <a:ea typeface="Arial"/>
                <a:cs typeface="Arial"/>
              </a:defRPr>
            </a:defPPr>
            <a:lvl1pPr>
              <a:defRPr sz="1575" b="0">
                <a:solidFill>
                  <a:srgbClr val="DDE0E7"/>
                </a:solidFill>
                <a:latin typeface="Arial"/>
                <a:ea typeface="Arial"/>
                <a:cs typeface="Arial"/>
              </a:defRPr>
            </a:lvl1pPr>
            <a:lvl2pPr>
              <a:defRPr sz="1575" b="0">
                <a:solidFill>
                  <a:srgbClr val="DDE0E7"/>
                </a:solidFill>
                <a:latin typeface="Arial"/>
                <a:ea typeface="Arial"/>
                <a:cs typeface="Arial"/>
              </a:defRPr>
            </a:lvl2pPr>
            <a:lvl3pPr>
              <a:defRPr sz="1575" b="0">
                <a:solidFill>
                  <a:srgbClr val="DDE0E7"/>
                </a:solidFill>
                <a:latin typeface="Arial"/>
                <a:ea typeface="Arial"/>
                <a:cs typeface="Arial"/>
              </a:defRPr>
            </a:lvl3pPr>
            <a:lvl4pPr>
              <a:defRPr sz="1575" b="0">
                <a:solidFill>
                  <a:srgbClr val="DDE0E7"/>
                </a:solidFill>
                <a:latin typeface="Arial"/>
                <a:ea typeface="Arial"/>
                <a:cs typeface="Arial"/>
              </a:defRPr>
            </a:lvl4pPr>
            <a:lvl5pPr>
              <a:defRPr sz="1575" b="0">
                <a:solidFill>
                  <a:srgbClr val="DDE0E7"/>
                </a:solidFill>
                <a:latin typeface="Arial"/>
                <a:ea typeface="Arial"/>
                <a:cs typeface="Arial"/>
              </a:defRPr>
            </a:lvl5pPr>
            <a:lvl6pPr>
              <a:defRPr sz="1575" b="0">
                <a:solidFill>
                  <a:srgbClr val="DDE0E7"/>
                </a:solidFill>
                <a:latin typeface="Arial"/>
                <a:ea typeface="Arial"/>
                <a:cs typeface="Arial"/>
              </a:defRPr>
            </a:lvl6pPr>
            <a:lvl7pPr>
              <a:defRPr sz="1575" b="0">
                <a:solidFill>
                  <a:srgbClr val="DDE0E7"/>
                </a:solidFill>
                <a:latin typeface="Arial"/>
                <a:ea typeface="Arial"/>
                <a:cs typeface="Arial"/>
              </a:defRPr>
            </a:lvl7pPr>
            <a:lvl8pPr>
              <a:defRPr sz="1575" b="0">
                <a:solidFill>
                  <a:srgbClr val="DDE0E7"/>
                </a:solidFill>
                <a:latin typeface="Arial"/>
                <a:ea typeface="Arial"/>
                <a:cs typeface="Arial"/>
              </a:defRPr>
            </a:lvl8pPr>
            <a:lvl9pPr>
              <a:defRPr sz="1575" b="0">
                <a:solidFill>
                  <a:srgbClr val="DDE0E7"/>
                </a:solidFill>
                <a:latin typeface="Arial"/>
                <a:ea typeface="Arial"/>
                <a:cs typeface="Arial"/>
              </a:defRPr>
            </a:lvl9pPr>
          </a:lstStyle>
          <a:p xmlns:a="http://schemas.openxmlformats.org/drawingml/2006/main">
            <a:pPr>
              <a:defRPr sz="1575" b="0">
                <a:solidFill>
                  <a:srgbClr val="DDE0E7"/>
                </a:solidFill>
                <a:latin typeface="Arial"/>
                <a:ea typeface="Arial"/>
                <a:cs typeface="Arial"/>
              </a:defRPr>
            </a:pPr>
            <a:r>
              <a:rPr sz="1575" b="0">
                <a:solidFill>
                  <a:srgbClr val="DDE0E7"/>
                </a:solidFill>
                <a:latin typeface="Arial"/>
                <a:ea typeface="Arial"/>
                <a:cs typeface="Arial"/>
              </a:rPr>
              <a:t>Учитывает резерв, часы потерь и стоимость работ.</a:t>
            </a:r>
          </a:p>
        </p:txBody>
      </p:sp>
      <p:sp>
        <p:nvSpPr>
          <p:cNvPr id="20" name="1,27 млн ₽ при предотвращённом событии">
            <a:extLst xmlns:a="http://schemas.openxmlformats.org/drawingml/2006/main">
              <a:ext uri="{FF2B5EF4-FFF2-40B4-BE49-F238E27FC236}">
                <a16:creationId xmlns:a16="http://schemas.microsoft.com/office/drawing/2014/main" id="{1AE3D35F-E2EF-4A10-9D52-A2593959A3E0}"/>
              </a:ext>
            </a:extLst>
          </p:cNvPr>
          <p:cNvSpPr>
            <a:spLocks xmlns:a="http://schemas.openxmlformats.org/drawingml/2006/main" noGrp="1"/>
          </p:cNvSpPr>
          <p:nvPr/>
        </p:nvSpPr>
        <p:spPr>
          <a:xfrm xmlns:a="http://schemas.openxmlformats.org/drawingml/2006/main">
            <a:off x="6305550" y="53721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B8A1FF"/>
                </a:solidFill>
                <a:latin typeface="Arial"/>
                <a:ea typeface="Arial"/>
                <a:cs typeface="Arial"/>
              </a:defRPr>
            </a:defPPr>
            <a:lvl1pPr>
              <a:defRPr sz="1875" b="1">
                <a:solidFill>
                  <a:srgbClr val="B8A1FF"/>
                </a:solidFill>
                <a:latin typeface="Arial"/>
                <a:ea typeface="Arial"/>
                <a:cs typeface="Arial"/>
              </a:defRPr>
            </a:lvl1pPr>
            <a:lvl2pPr>
              <a:defRPr sz="1875" b="1">
                <a:solidFill>
                  <a:srgbClr val="B8A1FF"/>
                </a:solidFill>
                <a:latin typeface="Arial"/>
                <a:ea typeface="Arial"/>
                <a:cs typeface="Arial"/>
              </a:defRPr>
            </a:lvl2pPr>
            <a:lvl3pPr>
              <a:defRPr sz="1875" b="1">
                <a:solidFill>
                  <a:srgbClr val="B8A1FF"/>
                </a:solidFill>
                <a:latin typeface="Arial"/>
                <a:ea typeface="Arial"/>
                <a:cs typeface="Arial"/>
              </a:defRPr>
            </a:lvl3pPr>
            <a:lvl4pPr>
              <a:defRPr sz="1875" b="1">
                <a:solidFill>
                  <a:srgbClr val="B8A1FF"/>
                </a:solidFill>
                <a:latin typeface="Arial"/>
                <a:ea typeface="Arial"/>
                <a:cs typeface="Arial"/>
              </a:defRPr>
            </a:lvl4pPr>
            <a:lvl5pPr>
              <a:defRPr sz="1875" b="1">
                <a:solidFill>
                  <a:srgbClr val="B8A1FF"/>
                </a:solidFill>
                <a:latin typeface="Arial"/>
                <a:ea typeface="Arial"/>
                <a:cs typeface="Arial"/>
              </a:defRPr>
            </a:lvl5pPr>
            <a:lvl6pPr>
              <a:defRPr sz="1875" b="1">
                <a:solidFill>
                  <a:srgbClr val="B8A1FF"/>
                </a:solidFill>
                <a:latin typeface="Arial"/>
                <a:ea typeface="Arial"/>
                <a:cs typeface="Arial"/>
              </a:defRPr>
            </a:lvl6pPr>
            <a:lvl7pPr>
              <a:defRPr sz="1875" b="1">
                <a:solidFill>
                  <a:srgbClr val="B8A1FF"/>
                </a:solidFill>
                <a:latin typeface="Arial"/>
                <a:ea typeface="Arial"/>
                <a:cs typeface="Arial"/>
              </a:defRPr>
            </a:lvl7pPr>
            <a:lvl8pPr>
              <a:defRPr sz="1875" b="1">
                <a:solidFill>
                  <a:srgbClr val="B8A1FF"/>
                </a:solidFill>
                <a:latin typeface="Arial"/>
                <a:ea typeface="Arial"/>
                <a:cs typeface="Arial"/>
              </a:defRPr>
            </a:lvl8pPr>
            <a:lvl9pPr>
              <a:defRPr sz="1875" b="1">
                <a:solidFill>
                  <a:srgbClr val="B8A1FF"/>
                </a:solidFill>
                <a:latin typeface="Arial"/>
                <a:ea typeface="Arial"/>
                <a:cs typeface="Arial"/>
              </a:defRPr>
            </a:lvl9pPr>
          </a:lstStyle>
          <a:p xmlns:a="http://schemas.openxmlformats.org/drawingml/2006/main">
            <a:pPr>
              <a:defRPr sz="1875" b="1">
                <a:solidFill>
                  <a:srgbClr val="B8A1FF"/>
                </a:solidFill>
                <a:latin typeface="Arial"/>
                <a:ea typeface="Arial"/>
                <a:cs typeface="Arial"/>
              </a:defRPr>
            </a:pPr>
            <a:r>
              <a:rPr sz="1875" b="1">
                <a:solidFill>
                  <a:srgbClr val="B8A1FF"/>
                </a:solidFill>
                <a:latin typeface="Arial"/>
                <a:ea typeface="Arial"/>
                <a:cs typeface="Arial"/>
              </a:rPr>
              <a:t>1,27 млн ₽ при предотвращённом событии</a:t>
            </a:r>
          </a:p>
        </p:txBody>
      </p:sp>
      <p:sp>
        <p:nvSpPr>
          <p:cNvPr id="21" name="Фактическая экономия пока не доказана.">
            <a:extLst xmlns:a="http://schemas.openxmlformats.org/drawingml/2006/main">
              <a:ext uri="{FF2B5EF4-FFF2-40B4-BE49-F238E27FC236}">
                <a16:creationId xmlns:a16="http://schemas.microsoft.com/office/drawing/2014/main" id="{80DA4AC4-0798-4108-A8B3-62F3881CEEC8}"/>
              </a:ext>
            </a:extLst>
          </p:cNvPr>
          <p:cNvSpPr>
            <a:spLocks xmlns:a="http://schemas.openxmlformats.org/drawingml/2006/main" noGrp="1"/>
          </p:cNvSpPr>
          <p:nvPr/>
        </p:nvSpPr>
        <p:spPr>
          <a:xfrm xmlns:a="http://schemas.openxmlformats.org/drawingml/2006/main">
            <a:off x="6305550" y="60007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6ABB8"/>
                </a:solidFill>
                <a:latin typeface="Arial"/>
                <a:ea typeface="Arial"/>
                <a:cs typeface="Arial"/>
              </a:defRPr>
            </a:defPPr>
            <a:lvl1pPr>
              <a:defRPr sz="1575" b="0">
                <a:solidFill>
                  <a:srgbClr val="A6ABB8"/>
                </a:solidFill>
                <a:latin typeface="Arial"/>
                <a:ea typeface="Arial"/>
                <a:cs typeface="Arial"/>
              </a:defRPr>
            </a:lvl1pPr>
            <a:lvl2pPr>
              <a:defRPr sz="1575" b="0">
                <a:solidFill>
                  <a:srgbClr val="A6ABB8"/>
                </a:solidFill>
                <a:latin typeface="Arial"/>
                <a:ea typeface="Arial"/>
                <a:cs typeface="Arial"/>
              </a:defRPr>
            </a:lvl2pPr>
            <a:lvl3pPr>
              <a:defRPr sz="1575" b="0">
                <a:solidFill>
                  <a:srgbClr val="A6ABB8"/>
                </a:solidFill>
                <a:latin typeface="Arial"/>
                <a:ea typeface="Arial"/>
                <a:cs typeface="Arial"/>
              </a:defRPr>
            </a:lvl3pPr>
            <a:lvl4pPr>
              <a:defRPr sz="1575" b="0">
                <a:solidFill>
                  <a:srgbClr val="A6ABB8"/>
                </a:solidFill>
                <a:latin typeface="Arial"/>
                <a:ea typeface="Arial"/>
                <a:cs typeface="Arial"/>
              </a:defRPr>
            </a:lvl4pPr>
            <a:lvl5pPr>
              <a:defRPr sz="1575" b="0">
                <a:solidFill>
                  <a:srgbClr val="A6ABB8"/>
                </a:solidFill>
                <a:latin typeface="Arial"/>
                <a:ea typeface="Arial"/>
                <a:cs typeface="Arial"/>
              </a:defRPr>
            </a:lvl5pPr>
            <a:lvl6pPr>
              <a:defRPr sz="1575" b="0">
                <a:solidFill>
                  <a:srgbClr val="A6ABB8"/>
                </a:solidFill>
                <a:latin typeface="Arial"/>
                <a:ea typeface="Arial"/>
                <a:cs typeface="Arial"/>
              </a:defRPr>
            </a:lvl6pPr>
            <a:lvl7pPr>
              <a:defRPr sz="1575" b="0">
                <a:solidFill>
                  <a:srgbClr val="A6ABB8"/>
                </a:solidFill>
                <a:latin typeface="Arial"/>
                <a:ea typeface="Arial"/>
                <a:cs typeface="Arial"/>
              </a:defRPr>
            </a:lvl7pPr>
            <a:lvl8pPr>
              <a:defRPr sz="1575" b="0">
                <a:solidFill>
                  <a:srgbClr val="A6ABB8"/>
                </a:solidFill>
                <a:latin typeface="Arial"/>
                <a:ea typeface="Arial"/>
                <a:cs typeface="Arial"/>
              </a:defRPr>
            </a:lvl8pPr>
            <a:lvl9pPr>
              <a:defRPr sz="1575" b="0">
                <a:solidFill>
                  <a:srgbClr val="A6ABB8"/>
                </a:solidFill>
                <a:latin typeface="Arial"/>
                <a:ea typeface="Arial"/>
                <a:cs typeface="Arial"/>
              </a:defRPr>
            </a:lvl9pPr>
          </a:lstStyle>
          <a:p xmlns:a="http://schemas.openxmlformats.org/drawingml/2006/main">
            <a:pPr>
              <a:defRPr sz="1575" b="0">
                <a:solidFill>
                  <a:srgbClr val="A6ABB8"/>
                </a:solidFill>
                <a:latin typeface="Arial"/>
                <a:ea typeface="Arial"/>
                <a:cs typeface="Arial"/>
              </a:defRPr>
            </a:pPr>
            <a:r>
              <a:rPr sz="1575" b="0">
                <a:solidFill>
                  <a:srgbClr val="A6ABB8"/>
                </a:solidFill>
                <a:latin typeface="Arial"/>
                <a:ea typeface="Arial"/>
                <a:cs typeface="Arial"/>
              </a:rPr>
              <a:t>Фактическая экономия пока не доказана.</a:t>
            </a:r>
          </a:p>
        </p:txBody>
      </p:sp>
    </p:spTree>
    <p:extLst>
      <p:ext uri="{BB962C8B-B14F-4D97-AF65-F5344CB8AC3E}">
        <p14:creationId xmlns:p14="http://schemas.microsoft.com/office/powerpoint/2010/main" val="2010"/>
      </p:ext>
    </p:extLst>
  </p:cSld>
</p:sld>
</file>

<file path=ppt/slides/slide12.xml><?xml version="1.0" encoding="utf-8"?>
<p:sld xmlns:p="http://schemas.openxmlformats.org/presentationml/2006/main">
  <p:cSld>
    <p:bg>
      <p:bgPr>
        <a:blipFill xmlns:a="http://schemas.openxmlformats.org/drawingml/2006/main" rotWithShape="1">
          <a:blip xmlns:r="http://schemas.openxmlformats.org/officeDocument/2006/relationships" r:embed="R9cc7b1560c9d44ee">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ЭКРАН 7</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Подготовка задания</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12</a:t>
            </a:r>
            <a:endParaRPr sz="1100"/>
          </a:p>
        </p:txBody>
      </p:sp>
      <p:pic>
        <p:nvPicPr>
          <p:cNvPr id="17" name="">
            <a:extLst xmlns:a="http://schemas.openxmlformats.org/drawingml/2006/main">
              <a:ext uri="{FF2B5EF4-FFF2-40B4-BE49-F238E27FC236}">
                <a16:creationId xmlns:a16="http://schemas.microsoft.com/office/drawing/2014/main" id="{95D2B528-A60C-4A6B-8EDC-6B96181EE64E}"/>
              </a:ext>
            </a:extLst>
          </p:cNvPr>
          <p:cNvPicPr>
            <a:picLocks xmlns:a="http://schemas.openxmlformats.org/drawingml/2006/main" noChangeAspect="1"/>
          </p:cNvPicPr>
          <p:nvPr/>
        </p:nvPicPr>
        <p:blipFill>
          <a:blip xmlns:r="http://schemas.openxmlformats.org/officeDocument/2006/relationships" xmlns:a="http://schemas.openxmlformats.org/drawingml/2006/main" r:embed="R1a89b360b4034b77"/>
          <a:stretch xmlns:a="http://schemas.openxmlformats.org/drawingml/2006/main"/>
        </p:blipFill>
        <p:spPr>
          <a:xfrm xmlns:a="http://schemas.openxmlformats.org/drawingml/2006/main">
            <a:off x="786432" y="1724025"/>
            <a:ext cx="5323236" cy="4505325"/>
          </a:xfrm>
          <a:prstGeom xmlns:a="http://schemas.openxmlformats.org/drawingml/2006/main" prst="rect">
            <a:avLst/>
          </a:prstGeom>
        </p:spPr>
      </p:pic>
      <p:sp>
        <p:nvSpPr>
          <p:cNvPr id="18" name="Действие выбирает инженер">
            <a:extLst xmlns:a="http://schemas.openxmlformats.org/drawingml/2006/main">
              <a:ext uri="{FF2B5EF4-FFF2-40B4-BE49-F238E27FC236}">
                <a16:creationId xmlns:a16="http://schemas.microsoft.com/office/drawing/2014/main" id="{DDD9D447-DAA1-4C83-BA58-D9D5A9454904}"/>
              </a:ext>
            </a:extLst>
          </p:cNvPr>
          <p:cNvSpPr>
            <a:spLocks xmlns:a="http://schemas.openxmlformats.org/drawingml/2006/main" noGrp="1"/>
          </p:cNvSpPr>
          <p:nvPr/>
        </p:nvSpPr>
        <p:spPr>
          <a:xfrm xmlns:a="http://schemas.openxmlformats.org/drawingml/2006/main">
            <a:off x="6705600" y="1885950"/>
            <a:ext cx="4667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EE6C9"/>
                </a:solidFill>
                <a:latin typeface="Arial"/>
                <a:ea typeface="Arial"/>
                <a:cs typeface="Arial"/>
              </a:defRPr>
            </a:defPPr>
            <a:lvl1pPr>
              <a:defRPr sz="2250" b="1">
                <a:solidFill>
                  <a:srgbClr val="2EE6C9"/>
                </a:solidFill>
                <a:latin typeface="Arial"/>
                <a:ea typeface="Arial"/>
                <a:cs typeface="Arial"/>
              </a:defRPr>
            </a:lvl1pPr>
            <a:lvl2pPr>
              <a:defRPr sz="2250" b="1">
                <a:solidFill>
                  <a:srgbClr val="2EE6C9"/>
                </a:solidFill>
                <a:latin typeface="Arial"/>
                <a:ea typeface="Arial"/>
                <a:cs typeface="Arial"/>
              </a:defRPr>
            </a:lvl2pPr>
            <a:lvl3pPr>
              <a:defRPr sz="2250" b="1">
                <a:solidFill>
                  <a:srgbClr val="2EE6C9"/>
                </a:solidFill>
                <a:latin typeface="Arial"/>
                <a:ea typeface="Arial"/>
                <a:cs typeface="Arial"/>
              </a:defRPr>
            </a:lvl3pPr>
            <a:lvl4pPr>
              <a:defRPr sz="2250" b="1">
                <a:solidFill>
                  <a:srgbClr val="2EE6C9"/>
                </a:solidFill>
                <a:latin typeface="Arial"/>
                <a:ea typeface="Arial"/>
                <a:cs typeface="Arial"/>
              </a:defRPr>
            </a:lvl4pPr>
            <a:lvl5pPr>
              <a:defRPr sz="2250" b="1">
                <a:solidFill>
                  <a:srgbClr val="2EE6C9"/>
                </a:solidFill>
                <a:latin typeface="Arial"/>
                <a:ea typeface="Arial"/>
                <a:cs typeface="Arial"/>
              </a:defRPr>
            </a:lvl5pPr>
            <a:lvl6pPr>
              <a:defRPr sz="2250" b="1">
                <a:solidFill>
                  <a:srgbClr val="2EE6C9"/>
                </a:solidFill>
                <a:latin typeface="Arial"/>
                <a:ea typeface="Arial"/>
                <a:cs typeface="Arial"/>
              </a:defRPr>
            </a:lvl6pPr>
            <a:lvl7pPr>
              <a:defRPr sz="2250" b="1">
                <a:solidFill>
                  <a:srgbClr val="2EE6C9"/>
                </a:solidFill>
                <a:latin typeface="Arial"/>
                <a:ea typeface="Arial"/>
                <a:cs typeface="Arial"/>
              </a:defRPr>
            </a:lvl7pPr>
            <a:lvl8pPr>
              <a:defRPr sz="2250" b="1">
                <a:solidFill>
                  <a:srgbClr val="2EE6C9"/>
                </a:solidFill>
                <a:latin typeface="Arial"/>
                <a:ea typeface="Arial"/>
                <a:cs typeface="Arial"/>
              </a:defRPr>
            </a:lvl8pPr>
            <a:lvl9pPr>
              <a:defRPr sz="2250" b="1">
                <a:solidFill>
                  <a:srgbClr val="2EE6C9"/>
                </a:solidFill>
                <a:latin typeface="Arial"/>
                <a:ea typeface="Arial"/>
                <a:cs typeface="Arial"/>
              </a:defRPr>
            </a:lvl9pPr>
          </a:lstStyle>
          <a:p xmlns:a="http://schemas.openxmlformats.org/drawingml/2006/main">
            <a:pPr>
              <a:defRPr sz="2250" b="1">
                <a:solidFill>
                  <a:srgbClr val="2EE6C9"/>
                </a:solidFill>
                <a:latin typeface="Arial"/>
                <a:ea typeface="Arial"/>
                <a:cs typeface="Arial"/>
              </a:defRPr>
            </a:pPr>
            <a:r>
              <a:rPr sz="2250" b="1">
                <a:solidFill>
                  <a:srgbClr val="2EE6C9"/>
                </a:solidFill>
                <a:latin typeface="Arial"/>
                <a:ea typeface="Arial"/>
                <a:cs typeface="Arial"/>
              </a:rPr>
              <a:t>Действие выбирает инженер</a:t>
            </a:r>
          </a:p>
        </p:txBody>
      </p:sp>
      <p:sp>
        <p:nvSpPr>
          <p:cNvPr id="19" name="Диагностика, согласование обслуживания или по">
            <a:extLst xmlns:a="http://schemas.openxmlformats.org/drawingml/2006/main">
              <a:ext uri="{FF2B5EF4-FFF2-40B4-BE49-F238E27FC236}">
                <a16:creationId xmlns:a16="http://schemas.microsoft.com/office/drawing/2014/main" id="{62295AE9-6565-4407-B7E6-87A512E16EF4}"/>
              </a:ext>
            </a:extLst>
          </p:cNvPr>
          <p:cNvSpPr>
            <a:spLocks xmlns:a="http://schemas.openxmlformats.org/drawingml/2006/main" noGrp="1"/>
          </p:cNvSpPr>
          <p:nvPr/>
        </p:nvSpPr>
        <p:spPr>
          <a:xfrm xmlns:a="http://schemas.openxmlformats.org/drawingml/2006/main">
            <a:off x="6705600" y="2971800"/>
            <a:ext cx="4667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3F4F7"/>
                </a:solidFill>
                <a:latin typeface="Arial"/>
                <a:ea typeface="Arial"/>
                <a:cs typeface="Arial"/>
              </a:defRPr>
            </a:defPPr>
            <a:lvl1pPr>
              <a:defRPr sz="1950" b="0">
                <a:solidFill>
                  <a:srgbClr val="F3F4F7"/>
                </a:solidFill>
                <a:latin typeface="Arial"/>
                <a:ea typeface="Arial"/>
                <a:cs typeface="Arial"/>
              </a:defRPr>
            </a:lvl1pPr>
            <a:lvl2pPr>
              <a:defRPr sz="1950" b="0">
                <a:solidFill>
                  <a:srgbClr val="F3F4F7"/>
                </a:solidFill>
                <a:latin typeface="Arial"/>
                <a:ea typeface="Arial"/>
                <a:cs typeface="Arial"/>
              </a:defRPr>
            </a:lvl2pPr>
            <a:lvl3pPr>
              <a:defRPr sz="1950" b="0">
                <a:solidFill>
                  <a:srgbClr val="F3F4F7"/>
                </a:solidFill>
                <a:latin typeface="Arial"/>
                <a:ea typeface="Arial"/>
                <a:cs typeface="Arial"/>
              </a:defRPr>
            </a:lvl3pPr>
            <a:lvl4pPr>
              <a:defRPr sz="1950" b="0">
                <a:solidFill>
                  <a:srgbClr val="F3F4F7"/>
                </a:solidFill>
                <a:latin typeface="Arial"/>
                <a:ea typeface="Arial"/>
                <a:cs typeface="Arial"/>
              </a:defRPr>
            </a:lvl4pPr>
            <a:lvl5pPr>
              <a:defRPr sz="1950" b="0">
                <a:solidFill>
                  <a:srgbClr val="F3F4F7"/>
                </a:solidFill>
                <a:latin typeface="Arial"/>
                <a:ea typeface="Arial"/>
                <a:cs typeface="Arial"/>
              </a:defRPr>
            </a:lvl5pPr>
            <a:lvl6pPr>
              <a:defRPr sz="1950" b="0">
                <a:solidFill>
                  <a:srgbClr val="F3F4F7"/>
                </a:solidFill>
                <a:latin typeface="Arial"/>
                <a:ea typeface="Arial"/>
                <a:cs typeface="Arial"/>
              </a:defRPr>
            </a:lvl6pPr>
            <a:lvl7pPr>
              <a:defRPr sz="1950" b="0">
                <a:solidFill>
                  <a:srgbClr val="F3F4F7"/>
                </a:solidFill>
                <a:latin typeface="Arial"/>
                <a:ea typeface="Arial"/>
                <a:cs typeface="Arial"/>
              </a:defRPr>
            </a:lvl7pPr>
            <a:lvl8pPr>
              <a:defRPr sz="1950" b="0">
                <a:solidFill>
                  <a:srgbClr val="F3F4F7"/>
                </a:solidFill>
                <a:latin typeface="Arial"/>
                <a:ea typeface="Arial"/>
                <a:cs typeface="Arial"/>
              </a:defRPr>
            </a:lvl8pPr>
            <a:lvl9pPr>
              <a:defRPr sz="1950" b="0">
                <a:solidFill>
                  <a:srgbClr val="F3F4F7"/>
                </a:solidFill>
                <a:latin typeface="Arial"/>
                <a:ea typeface="Arial"/>
                <a:cs typeface="Arial"/>
              </a:defRPr>
            </a:lvl9pPr>
          </a:lstStyle>
          <a:p xmlns:a="http://schemas.openxmlformats.org/drawingml/2006/main">
            <a:pPr>
              <a:defRPr sz="1950" b="0">
                <a:solidFill>
                  <a:srgbClr val="F3F4F7"/>
                </a:solidFill>
                <a:latin typeface="Arial"/>
                <a:ea typeface="Arial"/>
                <a:cs typeface="Arial"/>
              </a:defRPr>
            </a:pPr>
            <a:r>
              <a:rPr sz="1950" b="0">
                <a:solidFill>
                  <a:srgbClr val="F3F4F7"/>
                </a:solidFill>
                <a:latin typeface="Arial"/>
                <a:ea typeface="Arial"/>
                <a:cs typeface="Arial"/>
              </a:rPr>
              <a:t>Диагностика, согласование обслуживания или повторная оценка.</a:t>
            </a:r>
          </a:p>
        </p:txBody>
      </p:sp>
      <p:sp>
        <p:nvSpPr>
          <p:cNvPr id="20" name="Обязательны обоснование, ответственный и срок">
            <a:extLst xmlns:a="http://schemas.openxmlformats.org/drawingml/2006/main">
              <a:ext uri="{FF2B5EF4-FFF2-40B4-BE49-F238E27FC236}">
                <a16:creationId xmlns:a16="http://schemas.microsoft.com/office/drawing/2014/main" id="{9BC79E0F-A39A-4975-99CB-76E032DDAF18}"/>
              </a:ext>
            </a:extLst>
          </p:cNvPr>
          <p:cNvSpPr>
            <a:spLocks xmlns:a="http://schemas.openxmlformats.org/drawingml/2006/main" noGrp="1"/>
          </p:cNvSpPr>
          <p:nvPr/>
        </p:nvSpPr>
        <p:spPr>
          <a:xfrm xmlns:a="http://schemas.openxmlformats.org/drawingml/2006/main">
            <a:off x="6705600" y="4267200"/>
            <a:ext cx="46672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DE0E7"/>
                </a:solidFill>
                <a:latin typeface="Arial"/>
                <a:ea typeface="Arial"/>
                <a:cs typeface="Arial"/>
              </a:defRPr>
            </a:defPPr>
            <a:lvl1pPr>
              <a:defRPr sz="1875" b="0">
                <a:solidFill>
                  <a:srgbClr val="DDE0E7"/>
                </a:solidFill>
                <a:latin typeface="Arial"/>
                <a:ea typeface="Arial"/>
                <a:cs typeface="Arial"/>
              </a:defRPr>
            </a:lvl1pPr>
            <a:lvl2pPr>
              <a:defRPr sz="1875" b="0">
                <a:solidFill>
                  <a:srgbClr val="DDE0E7"/>
                </a:solidFill>
                <a:latin typeface="Arial"/>
                <a:ea typeface="Arial"/>
                <a:cs typeface="Arial"/>
              </a:defRPr>
            </a:lvl2pPr>
            <a:lvl3pPr>
              <a:defRPr sz="1875" b="0">
                <a:solidFill>
                  <a:srgbClr val="DDE0E7"/>
                </a:solidFill>
                <a:latin typeface="Arial"/>
                <a:ea typeface="Arial"/>
                <a:cs typeface="Arial"/>
              </a:defRPr>
            </a:lvl3pPr>
            <a:lvl4pPr>
              <a:defRPr sz="1875" b="0">
                <a:solidFill>
                  <a:srgbClr val="DDE0E7"/>
                </a:solidFill>
                <a:latin typeface="Arial"/>
                <a:ea typeface="Arial"/>
                <a:cs typeface="Arial"/>
              </a:defRPr>
            </a:lvl4pPr>
            <a:lvl5pPr>
              <a:defRPr sz="1875" b="0">
                <a:solidFill>
                  <a:srgbClr val="DDE0E7"/>
                </a:solidFill>
                <a:latin typeface="Arial"/>
                <a:ea typeface="Arial"/>
                <a:cs typeface="Arial"/>
              </a:defRPr>
            </a:lvl5pPr>
            <a:lvl6pPr>
              <a:defRPr sz="1875" b="0">
                <a:solidFill>
                  <a:srgbClr val="DDE0E7"/>
                </a:solidFill>
                <a:latin typeface="Arial"/>
                <a:ea typeface="Arial"/>
                <a:cs typeface="Arial"/>
              </a:defRPr>
            </a:lvl6pPr>
            <a:lvl7pPr>
              <a:defRPr sz="1875" b="0">
                <a:solidFill>
                  <a:srgbClr val="DDE0E7"/>
                </a:solidFill>
                <a:latin typeface="Arial"/>
                <a:ea typeface="Arial"/>
                <a:cs typeface="Arial"/>
              </a:defRPr>
            </a:lvl7pPr>
            <a:lvl8pPr>
              <a:defRPr sz="1875" b="0">
                <a:solidFill>
                  <a:srgbClr val="DDE0E7"/>
                </a:solidFill>
                <a:latin typeface="Arial"/>
                <a:ea typeface="Arial"/>
                <a:cs typeface="Arial"/>
              </a:defRPr>
            </a:lvl8pPr>
            <a:lvl9pPr>
              <a:defRPr sz="1875" b="0">
                <a:solidFill>
                  <a:srgbClr val="DDE0E7"/>
                </a:solidFill>
                <a:latin typeface="Arial"/>
                <a:ea typeface="Arial"/>
                <a:cs typeface="Arial"/>
              </a:defRPr>
            </a:lvl9pPr>
          </a:lstStyle>
          <a:p xmlns:a="http://schemas.openxmlformats.org/drawingml/2006/main">
            <a:pPr>
              <a:defRPr sz="1875" b="0">
                <a:solidFill>
                  <a:srgbClr val="DDE0E7"/>
                </a:solidFill>
                <a:latin typeface="Arial"/>
                <a:ea typeface="Arial"/>
                <a:cs typeface="Arial"/>
              </a:defRPr>
            </a:pPr>
            <a:r>
              <a:rPr sz="1875" b="0">
                <a:solidFill>
                  <a:srgbClr val="DDE0E7"/>
                </a:solidFill>
                <a:latin typeface="Arial"/>
                <a:ea typeface="Arial"/>
                <a:cs typeface="Arial"/>
              </a:rPr>
              <a:t>Обязательны обоснование, ответственный и срок. Возврат к карточке сохраняет черновик в текущей вкладке.</a:t>
            </a:r>
          </a:p>
        </p:txBody>
      </p:sp>
      <p:sp>
        <p:nvSpPr>
          <p:cNvPr id="21" name="Реальная заявка в ТОиР не отправляется.">
            <a:extLst xmlns:a="http://schemas.openxmlformats.org/drawingml/2006/main">
              <a:ext uri="{FF2B5EF4-FFF2-40B4-BE49-F238E27FC236}">
                <a16:creationId xmlns:a16="http://schemas.microsoft.com/office/drawing/2014/main" id="{F01D2E17-F6EA-44B3-AD4A-0A90DD8971EA}"/>
              </a:ext>
            </a:extLst>
          </p:cNvPr>
          <p:cNvSpPr>
            <a:spLocks xmlns:a="http://schemas.openxmlformats.org/drawingml/2006/main" noGrp="1"/>
          </p:cNvSpPr>
          <p:nvPr/>
        </p:nvSpPr>
        <p:spPr>
          <a:xfrm xmlns:a="http://schemas.openxmlformats.org/drawingml/2006/main">
            <a:off x="6705600" y="5934075"/>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Реальная заявка в ТОиР не отправляется.</a:t>
            </a:r>
          </a:p>
        </p:txBody>
      </p:sp>
    </p:spTree>
    <p:extLst>
      <p:ext uri="{BB962C8B-B14F-4D97-AF65-F5344CB8AC3E}">
        <p14:creationId xmlns:p14="http://schemas.microsoft.com/office/powerpoint/2010/main" val="2011"/>
      </p:ext>
    </p:extLst>
  </p:cSld>
</p:sld>
</file>

<file path=ppt/slides/slide13.xml><?xml version="1.0" encoding="utf-8"?>
<p:sld xmlns:p="http://schemas.openxmlformats.org/presentationml/2006/main">
  <p:cSld>
    <p:bg>
      <p:bgPr>
        <a:blipFill xmlns:a="http://schemas.openxmlformats.org/drawingml/2006/main" rotWithShape="1">
          <a:blip xmlns:r="http://schemas.openxmlformats.org/officeDocument/2006/relationships" r:embed="Rccf019e1b3ed4642">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ЭКРАН 8</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Задание сохраняет контекст решения</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13</a:t>
            </a:r>
            <a:endParaRPr sz="1100"/>
          </a:p>
        </p:txBody>
      </p:sp>
      <p:pic>
        <p:nvPicPr>
          <p:cNvPr id="17" name="">
            <a:extLst xmlns:a="http://schemas.openxmlformats.org/drawingml/2006/main">
              <a:ext uri="{FF2B5EF4-FFF2-40B4-BE49-F238E27FC236}">
                <a16:creationId xmlns:a16="http://schemas.microsoft.com/office/drawing/2014/main" id="{10814805-A5B1-466C-BB94-00676F9CE664}"/>
              </a:ext>
            </a:extLst>
          </p:cNvPr>
          <p:cNvPicPr>
            <a:picLocks xmlns:a="http://schemas.openxmlformats.org/drawingml/2006/main" noChangeAspect="1"/>
          </p:cNvPicPr>
          <p:nvPr/>
        </p:nvPicPr>
        <p:blipFill>
          <a:blip xmlns:r="http://schemas.openxmlformats.org/officeDocument/2006/relationships" xmlns:a="http://schemas.openxmlformats.org/drawingml/2006/main" r:embed="R1b8eb158133e4867"/>
          <a:stretch xmlns:a="http://schemas.openxmlformats.org/drawingml/2006/main"/>
        </p:blipFill>
        <p:spPr>
          <a:xfrm xmlns:a="http://schemas.openxmlformats.org/drawingml/2006/main">
            <a:off x="1837422" y="1657350"/>
            <a:ext cx="8498106" cy="4362450"/>
          </a:xfrm>
          <a:prstGeom xmlns:a="http://schemas.openxmlformats.org/drawingml/2006/main" prst="rect">
            <a:avLst/>
          </a:prstGeom>
        </p:spPr>
      </p:pic>
      <p:sp>
        <p:nvSpPr>
          <p:cNvPr id="18" name="Показания, результаты проверок и комментарий ">
            <a:extLst xmlns:a="http://schemas.openxmlformats.org/drawingml/2006/main">
              <a:ext uri="{FF2B5EF4-FFF2-40B4-BE49-F238E27FC236}">
                <a16:creationId xmlns:a16="http://schemas.microsoft.com/office/drawing/2014/main" id="{F01007B7-0B93-4A5F-81A7-F73766D15C0F}"/>
              </a:ext>
            </a:extLst>
          </p:cNvPr>
          <p:cNvSpPr>
            <a:spLocks xmlns:a="http://schemas.openxmlformats.org/drawingml/2006/main" noGrp="1"/>
          </p:cNvSpPr>
          <p:nvPr/>
        </p:nvSpPr>
        <p:spPr>
          <a:xfrm xmlns:a="http://schemas.openxmlformats.org/drawingml/2006/main">
            <a:off x="777240" y="6019800"/>
            <a:ext cx="1061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Показания, результаты проверок и комментарий переходят в скачиваемое задание. Исход записывается отдельно.</a:t>
            </a:r>
          </a:p>
        </p:txBody>
      </p:sp>
    </p:spTree>
    <p:extLst>
      <p:ext uri="{BB962C8B-B14F-4D97-AF65-F5344CB8AC3E}">
        <p14:creationId xmlns:p14="http://schemas.microsoft.com/office/powerpoint/2010/main" val="2012"/>
      </p:ext>
    </p:extLst>
  </p:cSld>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9787b0e37d454982">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ЭКРАНЫ 9 И 10</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Нет данных: ошибка, уточнение и повтор</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14</a:t>
            </a:r>
            <a:endParaRPr sz="1100"/>
          </a:p>
        </p:txBody>
      </p:sp>
      <p:sp>
        <p:nvSpPr>
          <p:cNvPr id="17" name="1. Причина неизвестна">
            <a:extLst xmlns:a="http://schemas.openxmlformats.org/drawingml/2006/main">
              <a:ext uri="{FF2B5EF4-FFF2-40B4-BE49-F238E27FC236}">
                <a16:creationId xmlns:a16="http://schemas.microsoft.com/office/drawing/2014/main" id="{24199DA5-B47A-4659-8563-61612D1E71E4}"/>
              </a:ext>
            </a:extLst>
          </p:cNvPr>
          <p:cNvSpPr>
            <a:spLocks xmlns:a="http://schemas.openxmlformats.org/drawingml/2006/main" noGrp="1"/>
          </p:cNvSpPr>
          <p:nvPr/>
        </p:nvSpPr>
        <p:spPr>
          <a:xfrm xmlns:a="http://schemas.openxmlformats.org/drawingml/2006/main">
            <a:off x="781050" y="1733550"/>
            <a:ext cx="5086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FC857"/>
                </a:solidFill>
                <a:latin typeface="Arial"/>
                <a:ea typeface="Arial"/>
                <a:cs typeface="Arial"/>
              </a:defRPr>
            </a:defPPr>
            <a:lvl1pPr>
              <a:defRPr sz="1875" b="1">
                <a:solidFill>
                  <a:srgbClr val="FFC857"/>
                </a:solidFill>
                <a:latin typeface="Arial"/>
                <a:ea typeface="Arial"/>
                <a:cs typeface="Arial"/>
              </a:defRPr>
            </a:lvl1pPr>
            <a:lvl2pPr>
              <a:defRPr sz="1875" b="1">
                <a:solidFill>
                  <a:srgbClr val="FFC857"/>
                </a:solidFill>
                <a:latin typeface="Arial"/>
                <a:ea typeface="Arial"/>
                <a:cs typeface="Arial"/>
              </a:defRPr>
            </a:lvl2pPr>
            <a:lvl3pPr>
              <a:defRPr sz="1875" b="1">
                <a:solidFill>
                  <a:srgbClr val="FFC857"/>
                </a:solidFill>
                <a:latin typeface="Arial"/>
                <a:ea typeface="Arial"/>
                <a:cs typeface="Arial"/>
              </a:defRPr>
            </a:lvl3pPr>
            <a:lvl4pPr>
              <a:defRPr sz="1875" b="1">
                <a:solidFill>
                  <a:srgbClr val="FFC857"/>
                </a:solidFill>
                <a:latin typeface="Arial"/>
                <a:ea typeface="Arial"/>
                <a:cs typeface="Arial"/>
              </a:defRPr>
            </a:lvl4pPr>
            <a:lvl5pPr>
              <a:defRPr sz="1875" b="1">
                <a:solidFill>
                  <a:srgbClr val="FFC857"/>
                </a:solidFill>
                <a:latin typeface="Arial"/>
                <a:ea typeface="Arial"/>
                <a:cs typeface="Arial"/>
              </a:defRPr>
            </a:lvl5pPr>
            <a:lvl6pPr>
              <a:defRPr sz="1875" b="1">
                <a:solidFill>
                  <a:srgbClr val="FFC857"/>
                </a:solidFill>
                <a:latin typeface="Arial"/>
                <a:ea typeface="Arial"/>
                <a:cs typeface="Arial"/>
              </a:defRPr>
            </a:lvl6pPr>
            <a:lvl7pPr>
              <a:defRPr sz="1875" b="1">
                <a:solidFill>
                  <a:srgbClr val="FFC857"/>
                </a:solidFill>
                <a:latin typeface="Arial"/>
                <a:ea typeface="Arial"/>
                <a:cs typeface="Arial"/>
              </a:defRPr>
            </a:lvl7pPr>
            <a:lvl8pPr>
              <a:defRPr sz="1875" b="1">
                <a:solidFill>
                  <a:srgbClr val="FFC857"/>
                </a:solidFill>
                <a:latin typeface="Arial"/>
                <a:ea typeface="Arial"/>
                <a:cs typeface="Arial"/>
              </a:defRPr>
            </a:lvl8pPr>
            <a:lvl9pPr>
              <a:defRPr sz="1875" b="1">
                <a:solidFill>
                  <a:srgbClr val="FFC857"/>
                </a:solidFill>
                <a:latin typeface="Arial"/>
                <a:ea typeface="Arial"/>
                <a:cs typeface="Arial"/>
              </a:defRPr>
            </a:lvl9pPr>
          </a:lstStyle>
          <a:p xmlns:a="http://schemas.openxmlformats.org/drawingml/2006/main">
            <a:pPr>
              <a:defRPr sz="1875" b="1">
                <a:solidFill>
                  <a:srgbClr val="FFC857"/>
                </a:solidFill>
                <a:latin typeface="Arial"/>
                <a:ea typeface="Arial"/>
                <a:cs typeface="Arial"/>
              </a:defRPr>
            </a:pPr>
            <a:r>
              <a:rPr sz="1875" b="1">
                <a:solidFill>
                  <a:srgbClr val="FFC857"/>
                </a:solidFill>
                <a:latin typeface="Arial"/>
                <a:ea typeface="Arial"/>
                <a:cs typeface="Arial"/>
              </a:rPr>
              <a:t>1. Причина неизвестна</a:t>
            </a:r>
          </a:p>
        </p:txBody>
      </p:sp>
      <p:sp>
        <p:nvSpPr>
          <p:cNvPr id="18" name="2. Учебный пакет подтверждён">
            <a:extLst xmlns:a="http://schemas.openxmlformats.org/drawingml/2006/main">
              <a:ext uri="{FF2B5EF4-FFF2-40B4-BE49-F238E27FC236}">
                <a16:creationId xmlns:a16="http://schemas.microsoft.com/office/drawing/2014/main" id="{3F75271A-6F1D-4DF8-8ADC-270C4FFB1A3C}"/>
              </a:ext>
            </a:extLst>
          </p:cNvPr>
          <p:cNvSpPr>
            <a:spLocks xmlns:a="http://schemas.openxmlformats.org/drawingml/2006/main" noGrp="1"/>
          </p:cNvSpPr>
          <p:nvPr/>
        </p:nvSpPr>
        <p:spPr>
          <a:xfrm xmlns:a="http://schemas.openxmlformats.org/drawingml/2006/main">
            <a:off x="6305550" y="1733550"/>
            <a:ext cx="5086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EE6C9"/>
                </a:solidFill>
                <a:latin typeface="Arial"/>
                <a:ea typeface="Arial"/>
                <a:cs typeface="Arial"/>
              </a:defRPr>
            </a:defPPr>
            <a:lvl1pPr>
              <a:defRPr sz="1875" b="1">
                <a:solidFill>
                  <a:srgbClr val="2EE6C9"/>
                </a:solidFill>
                <a:latin typeface="Arial"/>
                <a:ea typeface="Arial"/>
                <a:cs typeface="Arial"/>
              </a:defRPr>
            </a:lvl1pPr>
            <a:lvl2pPr>
              <a:defRPr sz="1875" b="1">
                <a:solidFill>
                  <a:srgbClr val="2EE6C9"/>
                </a:solidFill>
                <a:latin typeface="Arial"/>
                <a:ea typeface="Arial"/>
                <a:cs typeface="Arial"/>
              </a:defRPr>
            </a:lvl2pPr>
            <a:lvl3pPr>
              <a:defRPr sz="1875" b="1">
                <a:solidFill>
                  <a:srgbClr val="2EE6C9"/>
                </a:solidFill>
                <a:latin typeface="Arial"/>
                <a:ea typeface="Arial"/>
                <a:cs typeface="Arial"/>
              </a:defRPr>
            </a:lvl3pPr>
            <a:lvl4pPr>
              <a:defRPr sz="1875" b="1">
                <a:solidFill>
                  <a:srgbClr val="2EE6C9"/>
                </a:solidFill>
                <a:latin typeface="Arial"/>
                <a:ea typeface="Arial"/>
                <a:cs typeface="Arial"/>
              </a:defRPr>
            </a:lvl4pPr>
            <a:lvl5pPr>
              <a:defRPr sz="1875" b="1">
                <a:solidFill>
                  <a:srgbClr val="2EE6C9"/>
                </a:solidFill>
                <a:latin typeface="Arial"/>
                <a:ea typeface="Arial"/>
                <a:cs typeface="Arial"/>
              </a:defRPr>
            </a:lvl5pPr>
            <a:lvl6pPr>
              <a:defRPr sz="1875" b="1">
                <a:solidFill>
                  <a:srgbClr val="2EE6C9"/>
                </a:solidFill>
                <a:latin typeface="Arial"/>
                <a:ea typeface="Arial"/>
                <a:cs typeface="Arial"/>
              </a:defRPr>
            </a:lvl6pPr>
            <a:lvl7pPr>
              <a:defRPr sz="1875" b="1">
                <a:solidFill>
                  <a:srgbClr val="2EE6C9"/>
                </a:solidFill>
                <a:latin typeface="Arial"/>
                <a:ea typeface="Arial"/>
                <a:cs typeface="Arial"/>
              </a:defRPr>
            </a:lvl7pPr>
            <a:lvl8pPr>
              <a:defRPr sz="1875" b="1">
                <a:solidFill>
                  <a:srgbClr val="2EE6C9"/>
                </a:solidFill>
                <a:latin typeface="Arial"/>
                <a:ea typeface="Arial"/>
                <a:cs typeface="Arial"/>
              </a:defRPr>
            </a:lvl8pPr>
            <a:lvl9pPr>
              <a:defRPr sz="1875" b="1">
                <a:solidFill>
                  <a:srgbClr val="2EE6C9"/>
                </a:solidFill>
                <a:latin typeface="Arial"/>
                <a:ea typeface="Arial"/>
                <a:cs typeface="Arial"/>
              </a:defRPr>
            </a:lvl9pPr>
          </a:lstStyle>
          <a:p xmlns:a="http://schemas.openxmlformats.org/drawingml/2006/main">
            <a:pPr>
              <a:defRPr sz="1875" b="1">
                <a:solidFill>
                  <a:srgbClr val="2EE6C9"/>
                </a:solidFill>
                <a:latin typeface="Arial"/>
                <a:ea typeface="Arial"/>
                <a:cs typeface="Arial"/>
              </a:defRPr>
            </a:pPr>
            <a:r>
              <a:rPr sz="1875" b="1">
                <a:solidFill>
                  <a:srgbClr val="2EE6C9"/>
                </a:solidFill>
                <a:latin typeface="Arial"/>
                <a:ea typeface="Arial"/>
                <a:cs typeface="Arial"/>
              </a:rPr>
              <a:t>2. Учебный пакет подтверждён</a:t>
            </a:r>
          </a:p>
        </p:txBody>
      </p:sp>
      <p:pic>
        <p:nvPicPr>
          <p:cNvPr id="19" name="">
            <a:extLst xmlns:a="http://schemas.openxmlformats.org/drawingml/2006/main">
              <a:ext uri="{FF2B5EF4-FFF2-40B4-BE49-F238E27FC236}">
                <a16:creationId xmlns:a16="http://schemas.microsoft.com/office/drawing/2014/main" id="{93D8277B-2E54-4640-B4E3-BACB6E6BAF9D}"/>
              </a:ext>
            </a:extLst>
          </p:cNvPr>
          <p:cNvPicPr>
            <a:picLocks xmlns:a="http://schemas.openxmlformats.org/drawingml/2006/main" noChangeAspect="1"/>
          </p:cNvPicPr>
          <p:nvPr/>
        </p:nvPicPr>
        <p:blipFill>
          <a:blip xmlns:r="http://schemas.openxmlformats.org/officeDocument/2006/relationships" xmlns:a="http://schemas.openxmlformats.org/drawingml/2006/main" r:embed="Rdb683b5ec2db430d"/>
          <a:stretch xmlns:a="http://schemas.openxmlformats.org/drawingml/2006/main"/>
        </p:blipFill>
        <p:spPr>
          <a:xfrm xmlns:a="http://schemas.openxmlformats.org/drawingml/2006/main">
            <a:off x="781050" y="2369987"/>
            <a:ext cx="5086350" cy="2784777"/>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C529A565-B240-45D0-A31E-A93A0F7A13E3}"/>
              </a:ext>
            </a:extLst>
          </p:cNvPr>
          <p:cNvPicPr>
            <a:picLocks xmlns:a="http://schemas.openxmlformats.org/drawingml/2006/main" noChangeAspect="1"/>
          </p:cNvPicPr>
          <p:nvPr/>
        </p:nvPicPr>
        <p:blipFill>
          <a:blip xmlns:r="http://schemas.openxmlformats.org/officeDocument/2006/relationships" xmlns:a="http://schemas.openxmlformats.org/drawingml/2006/main" r:embed="R227be7926c28437f"/>
          <a:stretch xmlns:a="http://schemas.openxmlformats.org/drawingml/2006/main"/>
        </p:blipFill>
        <p:spPr>
          <a:xfrm xmlns:a="http://schemas.openxmlformats.org/drawingml/2006/main">
            <a:off x="6305550" y="2900874"/>
            <a:ext cx="5086350" cy="1723001"/>
          </a:xfrm>
          <a:prstGeom xmlns:a="http://schemas.openxmlformats.org/drawingml/2006/main" prst="rect">
            <a:avLst/>
          </a:prstGeom>
        </p:spPr>
      </p:pic>
      <p:sp>
        <p:nvSpPr>
          <p:cNvPr id="21" name="Ошибка объясняет, почему подтверждение невозм">
            <a:extLst xmlns:a="http://schemas.openxmlformats.org/drawingml/2006/main">
              <a:ext uri="{FF2B5EF4-FFF2-40B4-BE49-F238E27FC236}">
                <a16:creationId xmlns:a16="http://schemas.microsoft.com/office/drawing/2014/main" id="{27454D4D-B88A-476B-93C0-20EE247DE30F}"/>
              </a:ext>
            </a:extLst>
          </p:cNvPr>
          <p:cNvSpPr>
            <a:spLocks xmlns:a="http://schemas.openxmlformats.org/drawingml/2006/main" noGrp="1"/>
          </p:cNvSpPr>
          <p:nvPr/>
        </p:nvSpPr>
        <p:spPr>
          <a:xfrm xmlns:a="http://schemas.openxmlformats.org/drawingml/2006/main">
            <a:off x="781050" y="5476875"/>
            <a:ext cx="5086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DE0E7"/>
                </a:solidFill>
                <a:latin typeface="Arial"/>
                <a:ea typeface="Arial"/>
                <a:cs typeface="Arial"/>
              </a:defRPr>
            </a:defPPr>
            <a:lvl1pPr>
              <a:defRPr sz="1725" b="0">
                <a:solidFill>
                  <a:srgbClr val="DDE0E7"/>
                </a:solidFill>
                <a:latin typeface="Arial"/>
                <a:ea typeface="Arial"/>
                <a:cs typeface="Arial"/>
              </a:defRPr>
            </a:lvl1pPr>
            <a:lvl2pPr>
              <a:defRPr sz="1725" b="0">
                <a:solidFill>
                  <a:srgbClr val="DDE0E7"/>
                </a:solidFill>
                <a:latin typeface="Arial"/>
                <a:ea typeface="Arial"/>
                <a:cs typeface="Arial"/>
              </a:defRPr>
            </a:lvl2pPr>
            <a:lvl3pPr>
              <a:defRPr sz="1725" b="0">
                <a:solidFill>
                  <a:srgbClr val="DDE0E7"/>
                </a:solidFill>
                <a:latin typeface="Arial"/>
                <a:ea typeface="Arial"/>
                <a:cs typeface="Arial"/>
              </a:defRPr>
            </a:lvl3pPr>
            <a:lvl4pPr>
              <a:defRPr sz="1725" b="0">
                <a:solidFill>
                  <a:srgbClr val="DDE0E7"/>
                </a:solidFill>
                <a:latin typeface="Arial"/>
                <a:ea typeface="Arial"/>
                <a:cs typeface="Arial"/>
              </a:defRPr>
            </a:lvl4pPr>
            <a:lvl5pPr>
              <a:defRPr sz="1725" b="0">
                <a:solidFill>
                  <a:srgbClr val="DDE0E7"/>
                </a:solidFill>
                <a:latin typeface="Arial"/>
                <a:ea typeface="Arial"/>
                <a:cs typeface="Arial"/>
              </a:defRPr>
            </a:lvl5pPr>
            <a:lvl6pPr>
              <a:defRPr sz="1725" b="0">
                <a:solidFill>
                  <a:srgbClr val="DDE0E7"/>
                </a:solidFill>
                <a:latin typeface="Arial"/>
                <a:ea typeface="Arial"/>
                <a:cs typeface="Arial"/>
              </a:defRPr>
            </a:lvl6pPr>
            <a:lvl7pPr>
              <a:defRPr sz="1725" b="0">
                <a:solidFill>
                  <a:srgbClr val="DDE0E7"/>
                </a:solidFill>
                <a:latin typeface="Arial"/>
                <a:ea typeface="Arial"/>
                <a:cs typeface="Arial"/>
              </a:defRPr>
            </a:lvl7pPr>
            <a:lvl8pPr>
              <a:defRPr sz="1725" b="0">
                <a:solidFill>
                  <a:srgbClr val="DDE0E7"/>
                </a:solidFill>
                <a:latin typeface="Arial"/>
                <a:ea typeface="Arial"/>
                <a:cs typeface="Arial"/>
              </a:defRPr>
            </a:lvl8pPr>
            <a:lvl9pPr>
              <a:defRPr sz="1725" b="0">
                <a:solidFill>
                  <a:srgbClr val="DDE0E7"/>
                </a:solidFill>
                <a:latin typeface="Arial"/>
                <a:ea typeface="Arial"/>
                <a:cs typeface="Arial"/>
              </a:defRPr>
            </a:lvl9pPr>
          </a:lstStyle>
          <a:p xmlns:a="http://schemas.openxmlformats.org/drawingml/2006/main">
            <a:pPr>
              <a:defRPr sz="1725" b="0">
                <a:solidFill>
                  <a:srgbClr val="DDE0E7"/>
                </a:solidFill>
                <a:latin typeface="Arial"/>
                <a:ea typeface="Arial"/>
                <a:cs typeface="Arial"/>
              </a:defRPr>
            </a:pPr>
            <a:r>
              <a:rPr sz="1725" b="0">
                <a:solidFill>
                  <a:srgbClr val="DDE0E7"/>
                </a:solidFill>
                <a:latin typeface="Arial"/>
                <a:ea typeface="Arial"/>
                <a:cs typeface="Arial"/>
              </a:rPr>
              <a:t>Ошибка объясняет, почему подтверждение невозможно. Доступно задание на канал.</a:t>
            </a:r>
          </a:p>
        </p:txBody>
      </p:sp>
      <p:sp>
        <p:nvSpPr>
          <p:cNvPr id="22" name="Сохранение не меняет оценку. Нужен отдельный ">
            <a:extLst xmlns:a="http://schemas.openxmlformats.org/drawingml/2006/main">
              <a:ext uri="{FF2B5EF4-FFF2-40B4-BE49-F238E27FC236}">
                <a16:creationId xmlns:a16="http://schemas.microsoft.com/office/drawing/2014/main" id="{8F1BF2FA-0B52-4AC9-98DA-6188A7190D2D}"/>
              </a:ext>
            </a:extLst>
          </p:cNvPr>
          <p:cNvSpPr>
            <a:spLocks xmlns:a="http://schemas.openxmlformats.org/drawingml/2006/main" noGrp="1"/>
          </p:cNvSpPr>
          <p:nvPr/>
        </p:nvSpPr>
        <p:spPr>
          <a:xfrm xmlns:a="http://schemas.openxmlformats.org/drawingml/2006/main">
            <a:off x="6305550" y="5476875"/>
            <a:ext cx="5086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DE0E7"/>
                </a:solidFill>
                <a:latin typeface="Arial"/>
                <a:ea typeface="Arial"/>
                <a:cs typeface="Arial"/>
              </a:defRPr>
            </a:defPPr>
            <a:lvl1pPr>
              <a:defRPr sz="1725" b="0">
                <a:solidFill>
                  <a:srgbClr val="DDE0E7"/>
                </a:solidFill>
                <a:latin typeface="Arial"/>
                <a:ea typeface="Arial"/>
                <a:cs typeface="Arial"/>
              </a:defRPr>
            </a:lvl1pPr>
            <a:lvl2pPr>
              <a:defRPr sz="1725" b="0">
                <a:solidFill>
                  <a:srgbClr val="DDE0E7"/>
                </a:solidFill>
                <a:latin typeface="Arial"/>
                <a:ea typeface="Arial"/>
                <a:cs typeface="Arial"/>
              </a:defRPr>
            </a:lvl2pPr>
            <a:lvl3pPr>
              <a:defRPr sz="1725" b="0">
                <a:solidFill>
                  <a:srgbClr val="DDE0E7"/>
                </a:solidFill>
                <a:latin typeface="Arial"/>
                <a:ea typeface="Arial"/>
                <a:cs typeface="Arial"/>
              </a:defRPr>
            </a:lvl3pPr>
            <a:lvl4pPr>
              <a:defRPr sz="1725" b="0">
                <a:solidFill>
                  <a:srgbClr val="DDE0E7"/>
                </a:solidFill>
                <a:latin typeface="Arial"/>
                <a:ea typeface="Arial"/>
                <a:cs typeface="Arial"/>
              </a:defRPr>
            </a:lvl4pPr>
            <a:lvl5pPr>
              <a:defRPr sz="1725" b="0">
                <a:solidFill>
                  <a:srgbClr val="DDE0E7"/>
                </a:solidFill>
                <a:latin typeface="Arial"/>
                <a:ea typeface="Arial"/>
                <a:cs typeface="Arial"/>
              </a:defRPr>
            </a:lvl5pPr>
            <a:lvl6pPr>
              <a:defRPr sz="1725" b="0">
                <a:solidFill>
                  <a:srgbClr val="DDE0E7"/>
                </a:solidFill>
                <a:latin typeface="Arial"/>
                <a:ea typeface="Arial"/>
                <a:cs typeface="Arial"/>
              </a:defRPr>
            </a:lvl6pPr>
            <a:lvl7pPr>
              <a:defRPr sz="1725" b="0">
                <a:solidFill>
                  <a:srgbClr val="DDE0E7"/>
                </a:solidFill>
                <a:latin typeface="Arial"/>
                <a:ea typeface="Arial"/>
                <a:cs typeface="Arial"/>
              </a:defRPr>
            </a:lvl7pPr>
            <a:lvl8pPr>
              <a:defRPr sz="1725" b="0">
                <a:solidFill>
                  <a:srgbClr val="DDE0E7"/>
                </a:solidFill>
                <a:latin typeface="Arial"/>
                <a:ea typeface="Arial"/>
                <a:cs typeface="Arial"/>
              </a:defRPr>
            </a:lvl8pPr>
            <a:lvl9pPr>
              <a:defRPr sz="1725" b="0">
                <a:solidFill>
                  <a:srgbClr val="DDE0E7"/>
                </a:solidFill>
                <a:latin typeface="Arial"/>
                <a:ea typeface="Arial"/>
                <a:cs typeface="Arial"/>
              </a:defRPr>
            </a:lvl9pPr>
          </a:lstStyle>
          <a:p xmlns:a="http://schemas.openxmlformats.org/drawingml/2006/main">
            <a:pPr>
              <a:defRPr sz="1725" b="0">
                <a:solidFill>
                  <a:srgbClr val="DDE0E7"/>
                </a:solidFill>
                <a:latin typeface="Arial"/>
                <a:ea typeface="Arial"/>
                <a:cs typeface="Arial"/>
              </a:defRPr>
            </a:pPr>
            <a:r>
              <a:rPr sz="1725" b="0">
                <a:solidFill>
                  <a:srgbClr val="DDE0E7"/>
                </a:solidFill>
                <a:latin typeface="Arial"/>
                <a:ea typeface="Arial"/>
                <a:cs typeface="Arial"/>
              </a:rPr>
              <a:t>Сохранение не меняет оценку. Нужен отдельный повтор проверки.</a:t>
            </a:r>
          </a:p>
        </p:txBody>
      </p:sp>
    </p:spTree>
    <p:extLst>
      <p:ext uri="{BB962C8B-B14F-4D97-AF65-F5344CB8AC3E}">
        <p14:creationId xmlns:p14="http://schemas.microsoft.com/office/powerpoint/2010/main" val="2013"/>
      </p:ext>
    </p:extLst>
  </p:cSld>
</p:sld>
</file>

<file path=ppt/slides/slide15.xml><?xml version="1.0" encoding="utf-8"?>
<p:sld xmlns:p="http://schemas.openxmlformats.org/presentationml/2006/main">
  <p:cSld>
    <p:bg>
      <p:bgPr>
        <a:blipFill xmlns:a="http://schemas.openxmlformats.org/drawingml/2006/main" rotWithShape="1">
          <a:blip xmlns:r="http://schemas.openxmlformats.org/officeDocument/2006/relationships" r:embed="R6eb9627afc2442e6">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ЭКРАН 11</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Связь с исходной схемой оборудования</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15</a:t>
            </a:r>
            <a:endParaRPr sz="1100"/>
          </a:p>
        </p:txBody>
      </p:sp>
      <p:pic>
        <p:nvPicPr>
          <p:cNvPr id="17" name="">
            <a:extLst xmlns:a="http://schemas.openxmlformats.org/drawingml/2006/main">
              <a:ext uri="{FF2B5EF4-FFF2-40B4-BE49-F238E27FC236}">
                <a16:creationId xmlns:a16="http://schemas.microsoft.com/office/drawing/2014/main" id="{390276B2-59D8-451D-A8AB-CBC5542B925F}"/>
              </a:ext>
            </a:extLst>
          </p:cNvPr>
          <p:cNvPicPr>
            <a:picLocks xmlns:a="http://schemas.openxmlformats.org/drawingml/2006/main" noChangeAspect="1"/>
          </p:cNvPicPr>
          <p:nvPr/>
        </p:nvPicPr>
        <p:blipFill>
          <a:blip xmlns:r="http://schemas.openxmlformats.org/officeDocument/2006/relationships" xmlns:a="http://schemas.openxmlformats.org/drawingml/2006/main" r:embed="R6ae0e398c4824c40"/>
          <a:stretch xmlns:a="http://schemas.openxmlformats.org/drawingml/2006/main"/>
        </p:blipFill>
        <p:spPr>
          <a:xfrm xmlns:a="http://schemas.openxmlformats.org/drawingml/2006/main">
            <a:off x="1194435" y="1695450"/>
            <a:ext cx="6583680" cy="4572000"/>
          </a:xfrm>
          <a:prstGeom xmlns:a="http://schemas.openxmlformats.org/drawingml/2006/main" prst="rect">
            <a:avLst/>
          </a:prstGeom>
        </p:spPr>
      </p:pic>
      <p:sp>
        <p:nvSpPr>
          <p:cNvPr id="18" name="ПДУ и ПЭН-1А">
            <a:extLst xmlns:a="http://schemas.openxmlformats.org/drawingml/2006/main">
              <a:ext uri="{FF2B5EF4-FFF2-40B4-BE49-F238E27FC236}">
                <a16:creationId xmlns:a16="http://schemas.microsoft.com/office/drawing/2014/main" id="{29BE961B-711D-44FA-89C3-960AD476EDAD}"/>
              </a:ext>
            </a:extLst>
          </p:cNvPr>
          <p:cNvSpPr>
            <a:spLocks xmlns:a="http://schemas.openxmlformats.org/drawingml/2006/main" noGrp="1"/>
          </p:cNvSpPr>
          <p:nvPr/>
        </p:nvSpPr>
        <p:spPr>
          <a:xfrm xmlns:a="http://schemas.openxmlformats.org/drawingml/2006/main">
            <a:off x="8582025" y="186690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EE6C9"/>
                </a:solidFill>
                <a:latin typeface="Arial"/>
                <a:ea typeface="Arial"/>
                <a:cs typeface="Arial"/>
              </a:defRPr>
            </a:defPPr>
            <a:lvl1pPr>
              <a:defRPr sz="2100" b="1">
                <a:solidFill>
                  <a:srgbClr val="2EE6C9"/>
                </a:solidFill>
                <a:latin typeface="Arial"/>
                <a:ea typeface="Arial"/>
                <a:cs typeface="Arial"/>
              </a:defRPr>
            </a:lvl1pPr>
            <a:lvl2pPr>
              <a:defRPr sz="2100" b="1">
                <a:solidFill>
                  <a:srgbClr val="2EE6C9"/>
                </a:solidFill>
                <a:latin typeface="Arial"/>
                <a:ea typeface="Arial"/>
                <a:cs typeface="Arial"/>
              </a:defRPr>
            </a:lvl2pPr>
            <a:lvl3pPr>
              <a:defRPr sz="2100" b="1">
                <a:solidFill>
                  <a:srgbClr val="2EE6C9"/>
                </a:solidFill>
                <a:latin typeface="Arial"/>
                <a:ea typeface="Arial"/>
                <a:cs typeface="Arial"/>
              </a:defRPr>
            </a:lvl3pPr>
            <a:lvl4pPr>
              <a:defRPr sz="2100" b="1">
                <a:solidFill>
                  <a:srgbClr val="2EE6C9"/>
                </a:solidFill>
                <a:latin typeface="Arial"/>
                <a:ea typeface="Arial"/>
                <a:cs typeface="Arial"/>
              </a:defRPr>
            </a:lvl4pPr>
            <a:lvl5pPr>
              <a:defRPr sz="2100" b="1">
                <a:solidFill>
                  <a:srgbClr val="2EE6C9"/>
                </a:solidFill>
                <a:latin typeface="Arial"/>
                <a:ea typeface="Arial"/>
                <a:cs typeface="Arial"/>
              </a:defRPr>
            </a:lvl5pPr>
            <a:lvl6pPr>
              <a:defRPr sz="2100" b="1">
                <a:solidFill>
                  <a:srgbClr val="2EE6C9"/>
                </a:solidFill>
                <a:latin typeface="Arial"/>
                <a:ea typeface="Arial"/>
                <a:cs typeface="Arial"/>
              </a:defRPr>
            </a:lvl6pPr>
            <a:lvl7pPr>
              <a:defRPr sz="2100" b="1">
                <a:solidFill>
                  <a:srgbClr val="2EE6C9"/>
                </a:solidFill>
                <a:latin typeface="Arial"/>
                <a:ea typeface="Arial"/>
                <a:cs typeface="Arial"/>
              </a:defRPr>
            </a:lvl7pPr>
            <a:lvl8pPr>
              <a:defRPr sz="2100" b="1">
                <a:solidFill>
                  <a:srgbClr val="2EE6C9"/>
                </a:solidFill>
                <a:latin typeface="Arial"/>
                <a:ea typeface="Arial"/>
                <a:cs typeface="Arial"/>
              </a:defRPr>
            </a:lvl8pPr>
            <a:lvl9pPr>
              <a:defRPr sz="2100" b="1">
                <a:solidFill>
                  <a:srgbClr val="2EE6C9"/>
                </a:solidFill>
                <a:latin typeface="Arial"/>
                <a:ea typeface="Arial"/>
                <a:cs typeface="Arial"/>
              </a:defRPr>
            </a:lvl9pPr>
          </a:lstStyle>
          <a:p xmlns:a="http://schemas.openxmlformats.org/drawingml/2006/main">
            <a:pPr>
              <a:defRPr sz="2100" b="1">
                <a:solidFill>
                  <a:srgbClr val="2EE6C9"/>
                </a:solidFill>
                <a:latin typeface="Arial"/>
                <a:ea typeface="Arial"/>
                <a:cs typeface="Arial"/>
              </a:defRPr>
            </a:pPr>
            <a:r>
              <a:rPr sz="2100" b="1">
                <a:solidFill>
                  <a:srgbClr val="2EE6C9"/>
                </a:solidFill>
                <a:latin typeface="Arial"/>
                <a:ea typeface="Arial"/>
                <a:cs typeface="Arial"/>
              </a:rPr>
              <a:t>ПДУ и ПЭН-1А</a:t>
            </a:r>
          </a:p>
        </p:txBody>
      </p:sp>
      <p:sp>
        <p:nvSpPr>
          <p:cNvPr id="19" name="С панели можно перейти к месту насоса, параме">
            <a:extLst xmlns:a="http://schemas.openxmlformats.org/drawingml/2006/main">
              <a:ext uri="{FF2B5EF4-FFF2-40B4-BE49-F238E27FC236}">
                <a16:creationId xmlns:a16="http://schemas.microsoft.com/office/drawing/2014/main" id="{54C2B97B-36BD-4311-B519-D0C63C09F272}"/>
              </a:ext>
            </a:extLst>
          </p:cNvPr>
          <p:cNvSpPr>
            <a:spLocks xmlns:a="http://schemas.openxmlformats.org/drawingml/2006/main" noGrp="1"/>
          </p:cNvSpPr>
          <p:nvPr/>
        </p:nvSpPr>
        <p:spPr>
          <a:xfrm xmlns:a="http://schemas.openxmlformats.org/drawingml/2006/main">
            <a:off x="8582025" y="2571750"/>
            <a:ext cx="27908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3F4F7"/>
                </a:solidFill>
                <a:latin typeface="Arial"/>
                <a:ea typeface="Arial"/>
                <a:cs typeface="Arial"/>
              </a:defRPr>
            </a:defPPr>
            <a:lvl1pPr>
              <a:defRPr sz="1875" b="0">
                <a:solidFill>
                  <a:srgbClr val="F3F4F7"/>
                </a:solidFill>
                <a:latin typeface="Arial"/>
                <a:ea typeface="Arial"/>
                <a:cs typeface="Arial"/>
              </a:defRPr>
            </a:lvl1pPr>
            <a:lvl2pPr>
              <a:defRPr sz="1875" b="0">
                <a:solidFill>
                  <a:srgbClr val="F3F4F7"/>
                </a:solidFill>
                <a:latin typeface="Arial"/>
                <a:ea typeface="Arial"/>
                <a:cs typeface="Arial"/>
              </a:defRPr>
            </a:lvl2pPr>
            <a:lvl3pPr>
              <a:defRPr sz="1875" b="0">
                <a:solidFill>
                  <a:srgbClr val="F3F4F7"/>
                </a:solidFill>
                <a:latin typeface="Arial"/>
                <a:ea typeface="Arial"/>
                <a:cs typeface="Arial"/>
              </a:defRPr>
            </a:lvl3pPr>
            <a:lvl4pPr>
              <a:defRPr sz="1875" b="0">
                <a:solidFill>
                  <a:srgbClr val="F3F4F7"/>
                </a:solidFill>
                <a:latin typeface="Arial"/>
                <a:ea typeface="Arial"/>
                <a:cs typeface="Arial"/>
              </a:defRPr>
            </a:lvl4pPr>
            <a:lvl5pPr>
              <a:defRPr sz="1875" b="0">
                <a:solidFill>
                  <a:srgbClr val="F3F4F7"/>
                </a:solidFill>
                <a:latin typeface="Arial"/>
                <a:ea typeface="Arial"/>
                <a:cs typeface="Arial"/>
              </a:defRPr>
            </a:lvl5pPr>
            <a:lvl6pPr>
              <a:defRPr sz="1875" b="0">
                <a:solidFill>
                  <a:srgbClr val="F3F4F7"/>
                </a:solidFill>
                <a:latin typeface="Arial"/>
                <a:ea typeface="Arial"/>
                <a:cs typeface="Arial"/>
              </a:defRPr>
            </a:lvl6pPr>
            <a:lvl7pPr>
              <a:defRPr sz="1875" b="0">
                <a:solidFill>
                  <a:srgbClr val="F3F4F7"/>
                </a:solidFill>
                <a:latin typeface="Arial"/>
                <a:ea typeface="Arial"/>
                <a:cs typeface="Arial"/>
              </a:defRPr>
            </a:lvl7pPr>
            <a:lvl8pPr>
              <a:defRPr sz="1875" b="0">
                <a:solidFill>
                  <a:srgbClr val="F3F4F7"/>
                </a:solidFill>
                <a:latin typeface="Arial"/>
                <a:ea typeface="Arial"/>
                <a:cs typeface="Arial"/>
              </a:defRPr>
            </a:lvl8pPr>
            <a:lvl9pPr>
              <a:defRPr sz="1875" b="0">
                <a:solidFill>
                  <a:srgbClr val="F3F4F7"/>
                </a:solidFill>
                <a:latin typeface="Arial"/>
                <a:ea typeface="Arial"/>
                <a:cs typeface="Arial"/>
              </a:defRPr>
            </a:lvl9pPr>
          </a:lstStyle>
          <a:p xmlns:a="http://schemas.openxmlformats.org/drawingml/2006/main">
            <a:pPr>
              <a:defRPr sz="1875" b="0">
                <a:solidFill>
                  <a:srgbClr val="F3F4F7"/>
                </a:solidFill>
                <a:latin typeface="Arial"/>
                <a:ea typeface="Arial"/>
                <a:cs typeface="Arial"/>
              </a:defRPr>
            </a:pPr>
            <a:r>
              <a:rPr sz="1875" b="0">
                <a:solidFill>
                  <a:srgbClr val="F3F4F7"/>
                </a:solidFill>
                <a:latin typeface="Arial"/>
                <a:ea typeface="Arial"/>
                <a:cs typeface="Arial"/>
              </a:rPr>
              <a:t>С панели можно перейти к месту насоса, параметрам и выбранному узлу 3D.</a:t>
            </a:r>
          </a:p>
        </p:txBody>
      </p:sp>
      <p:sp>
        <p:nvSpPr>
          <p:cNvPr id="20" name="Материалы предоставлены участницей команды. С">
            <a:extLst xmlns:a="http://schemas.openxmlformats.org/drawingml/2006/main">
              <a:ext uri="{FF2B5EF4-FFF2-40B4-BE49-F238E27FC236}">
                <a16:creationId xmlns:a16="http://schemas.microsoft.com/office/drawing/2014/main" id="{146025E7-6C5E-43FB-BB62-4A21DD3CCDD3}"/>
              </a:ext>
            </a:extLst>
          </p:cNvPr>
          <p:cNvSpPr>
            <a:spLocks xmlns:a="http://schemas.openxmlformats.org/drawingml/2006/main" noGrp="1"/>
          </p:cNvSpPr>
          <p:nvPr/>
        </p:nvSpPr>
        <p:spPr>
          <a:xfrm xmlns:a="http://schemas.openxmlformats.org/drawingml/2006/main">
            <a:off x="8582025" y="4486275"/>
            <a:ext cx="27908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DE0E7"/>
                </a:solidFill>
                <a:latin typeface="Arial"/>
                <a:ea typeface="Arial"/>
                <a:cs typeface="Arial"/>
              </a:defRPr>
            </a:defPPr>
            <a:lvl1pPr>
              <a:defRPr sz="1650" b="0">
                <a:solidFill>
                  <a:srgbClr val="DDE0E7"/>
                </a:solidFill>
                <a:latin typeface="Arial"/>
                <a:ea typeface="Arial"/>
                <a:cs typeface="Arial"/>
              </a:defRPr>
            </a:lvl1pPr>
            <a:lvl2pPr>
              <a:defRPr sz="1650" b="0">
                <a:solidFill>
                  <a:srgbClr val="DDE0E7"/>
                </a:solidFill>
                <a:latin typeface="Arial"/>
                <a:ea typeface="Arial"/>
                <a:cs typeface="Arial"/>
              </a:defRPr>
            </a:lvl2pPr>
            <a:lvl3pPr>
              <a:defRPr sz="1650" b="0">
                <a:solidFill>
                  <a:srgbClr val="DDE0E7"/>
                </a:solidFill>
                <a:latin typeface="Arial"/>
                <a:ea typeface="Arial"/>
                <a:cs typeface="Arial"/>
              </a:defRPr>
            </a:lvl3pPr>
            <a:lvl4pPr>
              <a:defRPr sz="1650" b="0">
                <a:solidFill>
                  <a:srgbClr val="DDE0E7"/>
                </a:solidFill>
                <a:latin typeface="Arial"/>
                <a:ea typeface="Arial"/>
                <a:cs typeface="Arial"/>
              </a:defRPr>
            </a:lvl4pPr>
            <a:lvl5pPr>
              <a:defRPr sz="1650" b="0">
                <a:solidFill>
                  <a:srgbClr val="DDE0E7"/>
                </a:solidFill>
                <a:latin typeface="Arial"/>
                <a:ea typeface="Arial"/>
                <a:cs typeface="Arial"/>
              </a:defRPr>
            </a:lvl5pPr>
            <a:lvl6pPr>
              <a:defRPr sz="1650" b="0">
                <a:solidFill>
                  <a:srgbClr val="DDE0E7"/>
                </a:solidFill>
                <a:latin typeface="Arial"/>
                <a:ea typeface="Arial"/>
                <a:cs typeface="Arial"/>
              </a:defRPr>
            </a:lvl6pPr>
            <a:lvl7pPr>
              <a:defRPr sz="1650" b="0">
                <a:solidFill>
                  <a:srgbClr val="DDE0E7"/>
                </a:solidFill>
                <a:latin typeface="Arial"/>
                <a:ea typeface="Arial"/>
                <a:cs typeface="Arial"/>
              </a:defRPr>
            </a:lvl7pPr>
            <a:lvl8pPr>
              <a:defRPr sz="1650" b="0">
                <a:solidFill>
                  <a:srgbClr val="DDE0E7"/>
                </a:solidFill>
                <a:latin typeface="Arial"/>
                <a:ea typeface="Arial"/>
                <a:cs typeface="Arial"/>
              </a:defRPr>
            </a:lvl8pPr>
            <a:lvl9pPr>
              <a:defRPr sz="1650" b="0">
                <a:solidFill>
                  <a:srgbClr val="DDE0E7"/>
                </a:solidFill>
                <a:latin typeface="Arial"/>
                <a:ea typeface="Arial"/>
                <a:cs typeface="Arial"/>
              </a:defRPr>
            </a:lvl9pPr>
          </a:lstStyle>
          <a:p xmlns:a="http://schemas.openxmlformats.org/drawingml/2006/main">
            <a:pPr>
              <a:defRPr sz="1650" b="0">
                <a:solidFill>
                  <a:srgbClr val="DDE0E7"/>
                </a:solidFill>
                <a:latin typeface="Arial"/>
                <a:ea typeface="Arial"/>
                <a:cs typeface="Arial"/>
              </a:defRPr>
            </a:pPr>
            <a:r>
              <a:rPr sz="1650" b="0">
                <a:solidFill>
                  <a:srgbClr val="DDE0E7"/>
                </a:solidFill>
                <a:latin typeface="Arial"/>
                <a:ea typeface="Arial"/>
                <a:cs typeface="Arial"/>
              </a:rPr>
              <a:t>Материалы предоставлены участницей команды. Служебные поля обрезаны.</a:t>
            </a:r>
          </a:p>
        </p:txBody>
      </p:sp>
      <p:sp>
        <p:nvSpPr>
          <p:cNvPr id="21" name="Исторический снимок 01.03.2022.">
            <a:extLst xmlns:a="http://schemas.openxmlformats.org/drawingml/2006/main">
              <a:ext uri="{FF2B5EF4-FFF2-40B4-BE49-F238E27FC236}">
                <a16:creationId xmlns:a16="http://schemas.microsoft.com/office/drawing/2014/main" id="{311721E3-4AC9-431A-9906-204AA54CED39}"/>
              </a:ext>
            </a:extLst>
          </p:cNvPr>
          <p:cNvSpPr>
            <a:spLocks xmlns:a="http://schemas.openxmlformats.org/drawingml/2006/main" noGrp="1"/>
          </p:cNvSpPr>
          <p:nvPr/>
        </p:nvSpPr>
        <p:spPr>
          <a:xfrm xmlns:a="http://schemas.openxmlformats.org/drawingml/2006/main">
            <a:off x="8582025" y="5848350"/>
            <a:ext cx="2790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6ABB8"/>
                </a:solidFill>
                <a:latin typeface="Arial"/>
                <a:ea typeface="Arial"/>
                <a:cs typeface="Arial"/>
              </a:defRPr>
            </a:defPPr>
            <a:lvl1pPr>
              <a:defRPr sz="1275" b="0">
                <a:solidFill>
                  <a:srgbClr val="A6ABB8"/>
                </a:solidFill>
                <a:latin typeface="Arial"/>
                <a:ea typeface="Arial"/>
                <a:cs typeface="Arial"/>
              </a:defRPr>
            </a:lvl1pPr>
            <a:lvl2pPr>
              <a:defRPr sz="1275" b="0">
                <a:solidFill>
                  <a:srgbClr val="A6ABB8"/>
                </a:solidFill>
                <a:latin typeface="Arial"/>
                <a:ea typeface="Arial"/>
                <a:cs typeface="Arial"/>
              </a:defRPr>
            </a:lvl2pPr>
            <a:lvl3pPr>
              <a:defRPr sz="1275" b="0">
                <a:solidFill>
                  <a:srgbClr val="A6ABB8"/>
                </a:solidFill>
                <a:latin typeface="Arial"/>
                <a:ea typeface="Arial"/>
                <a:cs typeface="Arial"/>
              </a:defRPr>
            </a:lvl3pPr>
            <a:lvl4pPr>
              <a:defRPr sz="1275" b="0">
                <a:solidFill>
                  <a:srgbClr val="A6ABB8"/>
                </a:solidFill>
                <a:latin typeface="Arial"/>
                <a:ea typeface="Arial"/>
                <a:cs typeface="Arial"/>
              </a:defRPr>
            </a:lvl4pPr>
            <a:lvl5pPr>
              <a:defRPr sz="1275" b="0">
                <a:solidFill>
                  <a:srgbClr val="A6ABB8"/>
                </a:solidFill>
                <a:latin typeface="Arial"/>
                <a:ea typeface="Arial"/>
                <a:cs typeface="Arial"/>
              </a:defRPr>
            </a:lvl5pPr>
            <a:lvl6pPr>
              <a:defRPr sz="1275" b="0">
                <a:solidFill>
                  <a:srgbClr val="A6ABB8"/>
                </a:solidFill>
                <a:latin typeface="Arial"/>
                <a:ea typeface="Arial"/>
                <a:cs typeface="Arial"/>
              </a:defRPr>
            </a:lvl6pPr>
            <a:lvl7pPr>
              <a:defRPr sz="1275" b="0">
                <a:solidFill>
                  <a:srgbClr val="A6ABB8"/>
                </a:solidFill>
                <a:latin typeface="Arial"/>
                <a:ea typeface="Arial"/>
                <a:cs typeface="Arial"/>
              </a:defRPr>
            </a:lvl7pPr>
            <a:lvl8pPr>
              <a:defRPr sz="1275" b="0">
                <a:solidFill>
                  <a:srgbClr val="A6ABB8"/>
                </a:solidFill>
                <a:latin typeface="Arial"/>
                <a:ea typeface="Arial"/>
                <a:cs typeface="Arial"/>
              </a:defRPr>
            </a:lvl8pPr>
            <a:lvl9pPr>
              <a:defRPr sz="1275" b="0">
                <a:solidFill>
                  <a:srgbClr val="A6ABB8"/>
                </a:solidFill>
                <a:latin typeface="Arial"/>
                <a:ea typeface="Arial"/>
                <a:cs typeface="Arial"/>
              </a:defRPr>
            </a:lvl9pPr>
          </a:lstStyle>
          <a:p xmlns:a="http://schemas.openxmlformats.org/drawingml/2006/main">
            <a:pPr>
              <a:defRPr sz="1275" b="0">
                <a:solidFill>
                  <a:srgbClr val="A6ABB8"/>
                </a:solidFill>
                <a:latin typeface="Arial"/>
                <a:ea typeface="Arial"/>
                <a:cs typeface="Arial"/>
              </a:defRPr>
            </a:pPr>
            <a:r>
              <a:rPr sz="1275" b="0">
                <a:solidFill>
                  <a:srgbClr val="A6ABB8"/>
                </a:solidFill>
                <a:latin typeface="Arial"/>
                <a:ea typeface="Arial"/>
                <a:cs typeface="Arial"/>
              </a:rPr>
              <a:t>Исторический снимок 01.03.2022.</a:t>
            </a:r>
          </a:p>
        </p:txBody>
      </p:sp>
    </p:spTree>
    <p:extLst>
      <p:ext uri="{BB962C8B-B14F-4D97-AF65-F5344CB8AC3E}">
        <p14:creationId xmlns:p14="http://schemas.microsoft.com/office/powerpoint/2010/main" val="2014"/>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40858e439b4b4c05">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ПРОВЕРКА С ЭКСПЕРТОМ</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Самостоятельное прохождение</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16</a:t>
            </a:r>
            <a:endParaRPr sz="1100"/>
          </a:p>
        </p:txBody>
      </p:sp>
      <p:sp>
        <p:nvSpPr>
          <p:cNvPr id="17" name="Задание без инструкции по кнопкам">
            <a:extLst xmlns:a="http://schemas.openxmlformats.org/drawingml/2006/main">
              <a:ext uri="{FF2B5EF4-FFF2-40B4-BE49-F238E27FC236}">
                <a16:creationId xmlns:a16="http://schemas.microsoft.com/office/drawing/2014/main" id="{87CAA742-FA50-47B4-8634-42D55BF9E1B3}"/>
              </a:ext>
            </a:extLst>
          </p:cNvPr>
          <p:cNvSpPr>
            <a:spLocks xmlns:a="http://schemas.openxmlformats.org/drawingml/2006/main" noGrp="1"/>
          </p:cNvSpPr>
          <p:nvPr/>
        </p:nvSpPr>
        <p:spPr>
          <a:xfrm xmlns:a="http://schemas.openxmlformats.org/drawingml/2006/main">
            <a:off x="781050" y="1790700"/>
            <a:ext cx="10610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EE6C9"/>
                </a:solidFill>
                <a:latin typeface="Arial"/>
                <a:ea typeface="Arial"/>
                <a:cs typeface="Arial"/>
              </a:defRPr>
            </a:defPPr>
            <a:lvl1pPr>
              <a:defRPr sz="2100" b="1">
                <a:solidFill>
                  <a:srgbClr val="2EE6C9"/>
                </a:solidFill>
                <a:latin typeface="Arial"/>
                <a:ea typeface="Arial"/>
                <a:cs typeface="Arial"/>
              </a:defRPr>
            </a:lvl1pPr>
            <a:lvl2pPr>
              <a:defRPr sz="2100" b="1">
                <a:solidFill>
                  <a:srgbClr val="2EE6C9"/>
                </a:solidFill>
                <a:latin typeface="Arial"/>
                <a:ea typeface="Arial"/>
                <a:cs typeface="Arial"/>
              </a:defRPr>
            </a:lvl2pPr>
            <a:lvl3pPr>
              <a:defRPr sz="2100" b="1">
                <a:solidFill>
                  <a:srgbClr val="2EE6C9"/>
                </a:solidFill>
                <a:latin typeface="Arial"/>
                <a:ea typeface="Arial"/>
                <a:cs typeface="Arial"/>
              </a:defRPr>
            </a:lvl3pPr>
            <a:lvl4pPr>
              <a:defRPr sz="2100" b="1">
                <a:solidFill>
                  <a:srgbClr val="2EE6C9"/>
                </a:solidFill>
                <a:latin typeface="Arial"/>
                <a:ea typeface="Arial"/>
                <a:cs typeface="Arial"/>
              </a:defRPr>
            </a:lvl4pPr>
            <a:lvl5pPr>
              <a:defRPr sz="2100" b="1">
                <a:solidFill>
                  <a:srgbClr val="2EE6C9"/>
                </a:solidFill>
                <a:latin typeface="Arial"/>
                <a:ea typeface="Arial"/>
                <a:cs typeface="Arial"/>
              </a:defRPr>
            </a:lvl5pPr>
            <a:lvl6pPr>
              <a:defRPr sz="2100" b="1">
                <a:solidFill>
                  <a:srgbClr val="2EE6C9"/>
                </a:solidFill>
                <a:latin typeface="Arial"/>
                <a:ea typeface="Arial"/>
                <a:cs typeface="Arial"/>
              </a:defRPr>
            </a:lvl6pPr>
            <a:lvl7pPr>
              <a:defRPr sz="2100" b="1">
                <a:solidFill>
                  <a:srgbClr val="2EE6C9"/>
                </a:solidFill>
                <a:latin typeface="Arial"/>
                <a:ea typeface="Arial"/>
                <a:cs typeface="Arial"/>
              </a:defRPr>
            </a:lvl7pPr>
            <a:lvl8pPr>
              <a:defRPr sz="2100" b="1">
                <a:solidFill>
                  <a:srgbClr val="2EE6C9"/>
                </a:solidFill>
                <a:latin typeface="Arial"/>
                <a:ea typeface="Arial"/>
                <a:cs typeface="Arial"/>
              </a:defRPr>
            </a:lvl8pPr>
            <a:lvl9pPr>
              <a:defRPr sz="2100" b="1">
                <a:solidFill>
                  <a:srgbClr val="2EE6C9"/>
                </a:solidFill>
                <a:latin typeface="Arial"/>
                <a:ea typeface="Arial"/>
                <a:cs typeface="Arial"/>
              </a:defRPr>
            </a:lvl9pPr>
          </a:lstStyle>
          <a:p xmlns:a="http://schemas.openxmlformats.org/drawingml/2006/main">
            <a:pPr>
              <a:defRPr sz="2100" b="1">
                <a:solidFill>
                  <a:srgbClr val="2EE6C9"/>
                </a:solidFill>
                <a:latin typeface="Arial"/>
                <a:ea typeface="Arial"/>
                <a:cs typeface="Arial"/>
              </a:defRPr>
            </a:pPr>
            <a:r>
              <a:rPr sz="2100" b="1">
                <a:solidFill>
                  <a:srgbClr val="2EE6C9"/>
                </a:solidFill>
                <a:latin typeface="Arial"/>
                <a:ea typeface="Arial"/>
                <a:cs typeface="Arial"/>
              </a:rPr>
              <a:t>Задание без инструкции по кнопкам</a:t>
            </a:r>
          </a:p>
        </p:txBody>
      </p:sp>
      <p:sp>
        <p:nvSpPr>
          <p:cNvPr id="18" name="«Найдите насос, требующий внимания. Объясните">
            <a:extLst xmlns:a="http://schemas.openxmlformats.org/drawingml/2006/main">
              <a:ext uri="{FF2B5EF4-FFF2-40B4-BE49-F238E27FC236}">
                <a16:creationId xmlns:a16="http://schemas.microsoft.com/office/drawing/2014/main" id="{0CA986EA-BEA7-4E36-A166-C7DA3CA22B78}"/>
              </a:ext>
            </a:extLst>
          </p:cNvPr>
          <p:cNvSpPr>
            <a:spLocks xmlns:a="http://schemas.openxmlformats.org/drawingml/2006/main" noGrp="1"/>
          </p:cNvSpPr>
          <p:nvPr/>
        </p:nvSpPr>
        <p:spPr>
          <a:xfrm xmlns:a="http://schemas.openxmlformats.org/drawingml/2006/main">
            <a:off x="781050" y="2447925"/>
            <a:ext cx="10610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3F4F7"/>
                </a:solidFill>
                <a:latin typeface="Arial"/>
                <a:ea typeface="Arial"/>
                <a:cs typeface="Arial"/>
              </a:defRPr>
            </a:defPPr>
            <a:lvl1pPr>
              <a:defRPr sz="2625" b="0">
                <a:solidFill>
                  <a:srgbClr val="F3F4F7"/>
                </a:solidFill>
                <a:latin typeface="Arial"/>
                <a:ea typeface="Arial"/>
                <a:cs typeface="Arial"/>
              </a:defRPr>
            </a:lvl1pPr>
            <a:lvl2pPr>
              <a:defRPr sz="2625" b="0">
                <a:solidFill>
                  <a:srgbClr val="F3F4F7"/>
                </a:solidFill>
                <a:latin typeface="Arial"/>
                <a:ea typeface="Arial"/>
                <a:cs typeface="Arial"/>
              </a:defRPr>
            </a:lvl2pPr>
            <a:lvl3pPr>
              <a:defRPr sz="2625" b="0">
                <a:solidFill>
                  <a:srgbClr val="F3F4F7"/>
                </a:solidFill>
                <a:latin typeface="Arial"/>
                <a:ea typeface="Arial"/>
                <a:cs typeface="Arial"/>
              </a:defRPr>
            </a:lvl3pPr>
            <a:lvl4pPr>
              <a:defRPr sz="2625" b="0">
                <a:solidFill>
                  <a:srgbClr val="F3F4F7"/>
                </a:solidFill>
                <a:latin typeface="Arial"/>
                <a:ea typeface="Arial"/>
                <a:cs typeface="Arial"/>
              </a:defRPr>
            </a:lvl4pPr>
            <a:lvl5pPr>
              <a:defRPr sz="2625" b="0">
                <a:solidFill>
                  <a:srgbClr val="F3F4F7"/>
                </a:solidFill>
                <a:latin typeface="Arial"/>
                <a:ea typeface="Arial"/>
                <a:cs typeface="Arial"/>
              </a:defRPr>
            </a:lvl5pPr>
            <a:lvl6pPr>
              <a:defRPr sz="2625" b="0">
                <a:solidFill>
                  <a:srgbClr val="F3F4F7"/>
                </a:solidFill>
                <a:latin typeface="Arial"/>
                <a:ea typeface="Arial"/>
                <a:cs typeface="Arial"/>
              </a:defRPr>
            </a:lvl6pPr>
            <a:lvl7pPr>
              <a:defRPr sz="2625" b="0">
                <a:solidFill>
                  <a:srgbClr val="F3F4F7"/>
                </a:solidFill>
                <a:latin typeface="Arial"/>
                <a:ea typeface="Arial"/>
                <a:cs typeface="Arial"/>
              </a:defRPr>
            </a:lvl7pPr>
            <a:lvl8pPr>
              <a:defRPr sz="2625" b="0">
                <a:solidFill>
                  <a:srgbClr val="F3F4F7"/>
                </a:solidFill>
                <a:latin typeface="Arial"/>
                <a:ea typeface="Arial"/>
                <a:cs typeface="Arial"/>
              </a:defRPr>
            </a:lvl8pPr>
            <a:lvl9pPr>
              <a:defRPr sz="2625" b="0">
                <a:solidFill>
                  <a:srgbClr val="F3F4F7"/>
                </a:solidFill>
                <a:latin typeface="Arial"/>
                <a:ea typeface="Arial"/>
                <a:cs typeface="Arial"/>
              </a:defRPr>
            </a:lvl9pPr>
          </a:lstStyle>
          <a:p xmlns:a="http://schemas.openxmlformats.org/drawingml/2006/main">
            <a:pPr>
              <a:defRPr sz="2625" b="0">
                <a:solidFill>
                  <a:srgbClr val="F3F4F7"/>
                </a:solidFill>
                <a:latin typeface="Arial"/>
                <a:ea typeface="Arial"/>
                <a:cs typeface="Arial"/>
              </a:defRPr>
            </a:pPr>
            <a:r>
              <a:rPr sz="2625" b="0">
                <a:solidFill>
                  <a:srgbClr val="F3F4F7"/>
                </a:solidFill>
                <a:latin typeface="Arial"/>
                <a:ea typeface="Arial"/>
                <a:cs typeface="Arial"/>
              </a:rPr>
              <a:t>«Найдите насос, требующий внимания. Объясните основание и подготовьте следующий шаг. Затем разберитесь с ПН-03».</a:t>
            </a:r>
          </a:p>
        </p:txBody>
      </p:sp>
      <p:sp>
        <p:nvSpPr>
          <p:cNvPr id="19" name="Что наблюдаем">
            <a:extLst xmlns:a="http://schemas.openxmlformats.org/drawingml/2006/main">
              <a:ext uri="{FF2B5EF4-FFF2-40B4-BE49-F238E27FC236}">
                <a16:creationId xmlns:a16="http://schemas.microsoft.com/office/drawing/2014/main" id="{57E404E8-2EA0-4D11-85A0-20BC17467A3D}"/>
              </a:ext>
            </a:extLst>
          </p:cNvPr>
          <p:cNvSpPr>
            <a:spLocks xmlns:a="http://schemas.openxmlformats.org/drawingml/2006/main" noGrp="1"/>
          </p:cNvSpPr>
          <p:nvPr/>
        </p:nvSpPr>
        <p:spPr>
          <a:xfrm xmlns:a="http://schemas.openxmlformats.org/drawingml/2006/main">
            <a:off x="781050" y="42481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B8A1FF"/>
                </a:solidFill>
                <a:latin typeface="Arial"/>
                <a:ea typeface="Arial"/>
                <a:cs typeface="Arial"/>
              </a:defRPr>
            </a:defPPr>
            <a:lvl1pPr>
              <a:defRPr sz="1950" b="1">
                <a:solidFill>
                  <a:srgbClr val="B8A1FF"/>
                </a:solidFill>
                <a:latin typeface="Arial"/>
                <a:ea typeface="Arial"/>
                <a:cs typeface="Arial"/>
              </a:defRPr>
            </a:lvl1pPr>
            <a:lvl2pPr>
              <a:defRPr sz="1950" b="1">
                <a:solidFill>
                  <a:srgbClr val="B8A1FF"/>
                </a:solidFill>
                <a:latin typeface="Arial"/>
                <a:ea typeface="Arial"/>
                <a:cs typeface="Arial"/>
              </a:defRPr>
            </a:lvl2pPr>
            <a:lvl3pPr>
              <a:defRPr sz="1950" b="1">
                <a:solidFill>
                  <a:srgbClr val="B8A1FF"/>
                </a:solidFill>
                <a:latin typeface="Arial"/>
                <a:ea typeface="Arial"/>
                <a:cs typeface="Arial"/>
              </a:defRPr>
            </a:lvl3pPr>
            <a:lvl4pPr>
              <a:defRPr sz="1950" b="1">
                <a:solidFill>
                  <a:srgbClr val="B8A1FF"/>
                </a:solidFill>
                <a:latin typeface="Arial"/>
                <a:ea typeface="Arial"/>
                <a:cs typeface="Arial"/>
              </a:defRPr>
            </a:lvl4pPr>
            <a:lvl5pPr>
              <a:defRPr sz="1950" b="1">
                <a:solidFill>
                  <a:srgbClr val="B8A1FF"/>
                </a:solidFill>
                <a:latin typeface="Arial"/>
                <a:ea typeface="Arial"/>
                <a:cs typeface="Arial"/>
              </a:defRPr>
            </a:lvl5pPr>
            <a:lvl6pPr>
              <a:defRPr sz="1950" b="1">
                <a:solidFill>
                  <a:srgbClr val="B8A1FF"/>
                </a:solidFill>
                <a:latin typeface="Arial"/>
                <a:ea typeface="Arial"/>
                <a:cs typeface="Arial"/>
              </a:defRPr>
            </a:lvl6pPr>
            <a:lvl7pPr>
              <a:defRPr sz="1950" b="1">
                <a:solidFill>
                  <a:srgbClr val="B8A1FF"/>
                </a:solidFill>
                <a:latin typeface="Arial"/>
                <a:ea typeface="Arial"/>
                <a:cs typeface="Arial"/>
              </a:defRPr>
            </a:lvl7pPr>
            <a:lvl8pPr>
              <a:defRPr sz="1950" b="1">
                <a:solidFill>
                  <a:srgbClr val="B8A1FF"/>
                </a:solidFill>
                <a:latin typeface="Arial"/>
                <a:ea typeface="Arial"/>
                <a:cs typeface="Arial"/>
              </a:defRPr>
            </a:lvl8pPr>
            <a:lvl9pPr>
              <a:defRPr sz="1950" b="1">
                <a:solidFill>
                  <a:srgbClr val="B8A1FF"/>
                </a:solidFill>
                <a:latin typeface="Arial"/>
                <a:ea typeface="Arial"/>
                <a:cs typeface="Arial"/>
              </a:defRPr>
            </a:lvl9pPr>
          </a:lstStyle>
          <a:p xmlns:a="http://schemas.openxmlformats.org/drawingml/2006/main">
            <a:pPr>
              <a:defRPr sz="1950" b="1">
                <a:solidFill>
                  <a:srgbClr val="B8A1FF"/>
                </a:solidFill>
                <a:latin typeface="Arial"/>
                <a:ea typeface="Arial"/>
                <a:cs typeface="Arial"/>
              </a:defRPr>
            </a:pPr>
            <a:r>
              <a:rPr sz="1950" b="1">
                <a:solidFill>
                  <a:srgbClr val="B8A1FF"/>
                </a:solidFill>
                <a:latin typeface="Arial"/>
                <a:ea typeface="Arial"/>
                <a:cs typeface="Arial"/>
              </a:rPr>
              <a:t>Что наблюдаем</a:t>
            </a:r>
          </a:p>
        </p:txBody>
      </p:sp>
      <p:sp>
        <p:nvSpPr>
          <p:cNvPr id="20" name="Понимание причины и ограничений&#10;Ошибки и запр">
            <a:extLst xmlns:a="http://schemas.openxmlformats.org/drawingml/2006/main">
              <a:ext uri="{FF2B5EF4-FFF2-40B4-BE49-F238E27FC236}">
                <a16:creationId xmlns:a16="http://schemas.microsoft.com/office/drawing/2014/main" id="{070F798C-BB8A-49B9-B018-33674E82D1D5}"/>
              </a:ext>
            </a:extLst>
          </p:cNvPr>
          <p:cNvSpPr>
            <a:spLocks xmlns:a="http://schemas.openxmlformats.org/drawingml/2006/main" noGrp="1"/>
          </p:cNvSpPr>
          <p:nvPr/>
        </p:nvSpPr>
        <p:spPr>
          <a:xfrm xmlns:a="http://schemas.openxmlformats.org/drawingml/2006/main">
            <a:off x="3914775" y="4248150"/>
            <a:ext cx="74390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DE0E7"/>
                </a:solidFill>
                <a:latin typeface="Arial"/>
                <a:ea typeface="Arial"/>
                <a:cs typeface="Arial"/>
              </a:defRPr>
            </a:defPPr>
            <a:lvl1pPr>
              <a:defRPr sz="2025" b="0">
                <a:solidFill>
                  <a:srgbClr val="DDE0E7"/>
                </a:solidFill>
                <a:latin typeface="Arial"/>
                <a:ea typeface="Arial"/>
                <a:cs typeface="Arial"/>
              </a:defRPr>
            </a:lvl1pPr>
            <a:lvl2pPr>
              <a:defRPr sz="2025" b="0">
                <a:solidFill>
                  <a:srgbClr val="DDE0E7"/>
                </a:solidFill>
                <a:latin typeface="Arial"/>
                <a:ea typeface="Arial"/>
                <a:cs typeface="Arial"/>
              </a:defRPr>
            </a:lvl2pPr>
            <a:lvl3pPr>
              <a:defRPr sz="2025" b="0">
                <a:solidFill>
                  <a:srgbClr val="DDE0E7"/>
                </a:solidFill>
                <a:latin typeface="Arial"/>
                <a:ea typeface="Arial"/>
                <a:cs typeface="Arial"/>
              </a:defRPr>
            </a:lvl3pPr>
            <a:lvl4pPr>
              <a:defRPr sz="2025" b="0">
                <a:solidFill>
                  <a:srgbClr val="DDE0E7"/>
                </a:solidFill>
                <a:latin typeface="Arial"/>
                <a:ea typeface="Arial"/>
                <a:cs typeface="Arial"/>
              </a:defRPr>
            </a:lvl4pPr>
            <a:lvl5pPr>
              <a:defRPr sz="2025" b="0">
                <a:solidFill>
                  <a:srgbClr val="DDE0E7"/>
                </a:solidFill>
                <a:latin typeface="Arial"/>
                <a:ea typeface="Arial"/>
                <a:cs typeface="Arial"/>
              </a:defRPr>
            </a:lvl5pPr>
            <a:lvl6pPr>
              <a:defRPr sz="2025" b="0">
                <a:solidFill>
                  <a:srgbClr val="DDE0E7"/>
                </a:solidFill>
                <a:latin typeface="Arial"/>
                <a:ea typeface="Arial"/>
                <a:cs typeface="Arial"/>
              </a:defRPr>
            </a:lvl6pPr>
            <a:lvl7pPr>
              <a:defRPr sz="2025" b="0">
                <a:solidFill>
                  <a:srgbClr val="DDE0E7"/>
                </a:solidFill>
                <a:latin typeface="Arial"/>
                <a:ea typeface="Arial"/>
                <a:cs typeface="Arial"/>
              </a:defRPr>
            </a:lvl7pPr>
            <a:lvl8pPr>
              <a:defRPr sz="2025" b="0">
                <a:solidFill>
                  <a:srgbClr val="DDE0E7"/>
                </a:solidFill>
                <a:latin typeface="Arial"/>
                <a:ea typeface="Arial"/>
                <a:cs typeface="Arial"/>
              </a:defRPr>
            </a:lvl8pPr>
            <a:lvl9pPr>
              <a:defRPr sz="2025" b="0">
                <a:solidFill>
                  <a:srgbClr val="DDE0E7"/>
                </a:solidFill>
                <a:latin typeface="Arial"/>
                <a:ea typeface="Arial"/>
                <a:cs typeface="Arial"/>
              </a:defRPr>
            </a:lvl9pPr>
          </a:lstStyle>
          <a:p xmlns:a="http://schemas.openxmlformats.org/drawingml/2006/main">
            <a:pPr>
              <a:defRPr sz="2025" b="0">
                <a:solidFill>
                  <a:srgbClr val="DDE0E7"/>
                </a:solidFill>
                <a:latin typeface="Arial"/>
                <a:ea typeface="Arial"/>
                <a:cs typeface="Arial"/>
              </a:defRPr>
            </a:pPr>
            <a:r>
              <a:rPr sz="2025" b="0">
                <a:solidFill>
                  <a:srgbClr val="DDE0E7"/>
                </a:solidFill>
                <a:latin typeface="Arial"/>
                <a:ea typeface="Arial"/>
                <a:cs typeface="Arial"/>
              </a:rPr>
              <a:t>Понимание причины и ограничений</a:t>
            </a:r>
          </a:p>
          <a:p xmlns:a="http://schemas.openxmlformats.org/drawingml/2006/main">
            <a:pPr>
              <a:defRPr sz="2025" b="0">
                <a:solidFill>
                  <a:srgbClr val="DDE0E7"/>
                </a:solidFill>
                <a:latin typeface="Arial"/>
                <a:ea typeface="Arial"/>
                <a:cs typeface="Arial"/>
              </a:defRPr>
            </a:pPr>
            <a:r>
              <a:rPr sz="2025" b="0">
                <a:solidFill>
                  <a:srgbClr val="DDE0E7"/>
                </a:solidFill>
                <a:latin typeface="Arial"/>
                <a:ea typeface="Arial"/>
                <a:cs typeface="Arial"/>
              </a:rPr>
              <a:t>Ошибки и запросы помощи</a:t>
            </a:r>
          </a:p>
          <a:p xmlns:a="http://schemas.openxmlformats.org/drawingml/2006/main">
            <a:pPr>
              <a:defRPr sz="2025" b="0">
                <a:solidFill>
                  <a:srgbClr val="DDE0E7"/>
                </a:solidFill>
                <a:latin typeface="Arial"/>
                <a:ea typeface="Arial"/>
                <a:cs typeface="Arial"/>
              </a:defRPr>
            </a:pPr>
            <a:r>
              <a:rPr sz="2025" b="0">
                <a:solidFill>
                  <a:srgbClr val="DDE0E7"/>
                </a:solidFill>
                <a:latin typeface="Arial"/>
                <a:ea typeface="Arial"/>
                <a:cs typeface="Arial"/>
              </a:rPr>
              <a:t>Создание задания и повторную проверку</a:t>
            </a:r>
          </a:p>
        </p:txBody>
      </p:sp>
      <p:sp>
        <p:nvSpPr>
          <p:cNvPr id="21" name="Проверка новой версии с целевым инженером ещё">
            <a:extLst xmlns:a="http://schemas.openxmlformats.org/drawingml/2006/main">
              <a:ext uri="{FF2B5EF4-FFF2-40B4-BE49-F238E27FC236}">
                <a16:creationId xmlns:a16="http://schemas.microsoft.com/office/drawing/2014/main" id="{F5B2E539-C1A3-4825-826E-59E2A9CEC011}"/>
              </a:ext>
            </a:extLst>
          </p:cNvPr>
          <p:cNvSpPr>
            <a:spLocks xmlns:a="http://schemas.openxmlformats.org/drawingml/2006/main" noGrp="1"/>
          </p:cNvSpPr>
          <p:nvPr/>
        </p:nvSpPr>
        <p:spPr>
          <a:xfrm xmlns:a="http://schemas.openxmlformats.org/drawingml/2006/main">
            <a:off x="777240" y="6019800"/>
            <a:ext cx="1061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Проверка новой версии с целевым инженером ещё впереди. Технические тесты её не заменяют.</a:t>
            </a:r>
          </a:p>
        </p:txBody>
      </p:sp>
    </p:spTree>
    <p:extLst>
      <p:ext uri="{BB962C8B-B14F-4D97-AF65-F5344CB8AC3E}">
        <p14:creationId xmlns:p14="http://schemas.microsoft.com/office/powerpoint/2010/main" val="2015"/>
      </p:ext>
    </p:extLst>
  </p:cSld>
</p:sld>
</file>

<file path=ppt/slides/slide17.xml><?xml version="1.0" encoding="utf-8"?>
<p:sld xmlns:p="http://schemas.openxmlformats.org/presentationml/2006/main">
  <p:cSld>
    <p:bg>
      <p:bgPr>
        <a:blipFill xmlns:a="http://schemas.openxmlformats.org/drawingml/2006/main" rotWithShape="1">
          <a:blip xmlns:r="http://schemas.openxmlformats.org/officeDocument/2006/relationships" r:embed="R14481885ec9440b0">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КАСТДЕВ И ВОПРОСЫ ЭКСПЕРТАМ</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Как проверим ценность продукта</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17</a:t>
            </a:r>
            <a:endParaRPr sz="1100"/>
          </a:p>
        </p:txBody>
      </p:sp>
      <p:graphicFrame>
        <p:nvGraphicFramePr>
          <p:cNvPr id="17" name="">
            <a:extLst xmlns:a="http://schemas.openxmlformats.org/drawingml/2006/main">
              <a:ext uri="{FF2B5EF4-FFF2-40B4-BE49-F238E27FC236}">
                <a16:creationId xmlns:a16="http://schemas.microsoft.com/office/drawing/2014/main" id="{9BF3F24A-55BD-48EF-93B0-528C7E2FF985}"/>
              </a:ext>
            </a:extLst>
          </p:cNvPr>
          <p:cNvGraphicFramePr/>
          <p:nvPr/>
        </p:nvGraphicFramePr>
        <p:xfrm>
          <a:off xmlns:a="http://schemas.openxmlformats.org/drawingml/2006/main" x="777240" y="1762125"/>
          <a:ext xmlns:a="http://schemas.openxmlformats.org/drawingml/2006/main" cx="10607040" cy="3448050"/>
        </p:xfrm>
        <a:graphic xmlns:a="http://schemas.openxmlformats.org/drawingml/2006/main">
          <a:graphicData uri="http://schemas.openxmlformats.org/drawingml/2006/table">
            <a:tbl>
              <a:tblPr/>
              <a:tblGrid>
                <a:gridCol w="2286000"/>
                <a:gridCol w="4191000"/>
                <a:gridCol w="4130040"/>
              </a:tblGrid>
              <a:tr h="476250">
                <a:tc>
                  <a:txBody>
                    <a:bodyPr/>
                    <a:lstStyle/>
                    <a:p>
                      <a:r>
                        <a:rPr sz="1575" b="1">
                          <a:solidFill>
                            <a:srgbClr val="2EE6C9"/>
                          </a:solidFill>
                          <a:latin typeface="Arial"/>
                          <a:ea typeface="Arial"/>
                          <a:cs typeface="Arial"/>
                        </a:rPr>
                        <a:t>Собеседник</a:t>
                      </a:r>
                    </a:p>
                  </a:txBody>
                  <a:tcPr marL="114300" marR="114300" marT="114300" marB="95250" anchor="t">
                    <a:lnL w="9525">
                      <a:solidFill>
                        <a:srgbClr val="30343F"/>
                      </a:solidFill>
                      <a:prstDash val="solid"/>
                    </a:lnL>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c>
                  <a:txBody>
                    <a:bodyPr/>
                    <a:lstStyle/>
                    <a:p>
                      <a:r>
                        <a:rPr sz="1575" b="1">
                          <a:solidFill>
                            <a:srgbClr val="2EE6C9"/>
                          </a:solidFill>
                          <a:latin typeface="Arial"/>
                          <a:ea typeface="Arial"/>
                          <a:cs typeface="Arial"/>
                        </a:rPr>
                        <a:t>Конкретный прошлый случай</a:t>
                      </a:r>
                    </a:p>
                  </a:txBody>
                  <a:tcPr marL="114300" marR="114300" marT="114300" marB="95250" anchor="t">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c>
                  <a:txBody>
                    <a:bodyPr/>
                    <a:lstStyle/>
                    <a:p>
                      <a:r>
                        <a:rPr sz="1575" b="1">
                          <a:solidFill>
                            <a:srgbClr val="2EE6C9"/>
                          </a:solidFill>
                          <a:latin typeface="Arial"/>
                          <a:ea typeface="Arial"/>
                          <a:cs typeface="Arial"/>
                        </a:rPr>
                        <a:t>Что хотим установить</a:t>
                      </a:r>
                    </a:p>
                  </a:txBody>
                  <a:tcPr marL="114300" marR="114300" marT="114300" marB="95250" anchor="t">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r>
              <a:tr h="990600">
                <a:tc>
                  <a:txBody>
                    <a:bodyPr/>
                    <a:lstStyle/>
                    <a:p>
                      <a:r>
                        <a:rPr sz="1575" b="1">
                          <a:solidFill>
                            <a:srgbClr val="B8A1FF"/>
                          </a:solidFill>
                          <a:latin typeface="Arial"/>
                          <a:ea typeface="Arial"/>
                          <a:cs typeface="Arial"/>
                        </a:rPr>
                        <a:t>Инженер / диагност</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575">
                          <a:solidFill>
                            <a:srgbClr val="DDE0E7"/>
                          </a:solidFill>
                          <a:latin typeface="Arial"/>
                          <a:ea typeface="Arial"/>
                          <a:cs typeface="Arial"/>
                        </a:rPr>
                        <a:t>Последнее предупреждение и путь до задания</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575">
                          <a:solidFill>
                            <a:srgbClr val="DDE0E7"/>
                          </a:solidFill>
                          <a:latin typeface="Arial"/>
                          <a:ea typeface="Arial"/>
                          <a:cs typeface="Arial"/>
                        </a:rPr>
                        <a:t>Незакрытый шаг, затраты времени, действующие инструменты</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990600">
                <a:tc>
                  <a:txBody>
                    <a:bodyPr/>
                    <a:lstStyle/>
                    <a:p>
                      <a:r>
                        <a:rPr sz="1575" b="1">
                          <a:solidFill>
                            <a:srgbClr val="B8A1FF"/>
                          </a:solidFill>
                          <a:latin typeface="Arial"/>
                          <a:ea typeface="Arial"/>
                          <a:cs typeface="Arial"/>
                        </a:rPr>
                        <a:t>Ремонтник / оператор</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575">
                          <a:solidFill>
                            <a:srgbClr val="DDE0E7"/>
                          </a:solidFill>
                          <a:latin typeface="Arial"/>
                          <a:ea typeface="Arial"/>
                          <a:cs typeface="Arial"/>
                        </a:rPr>
                        <a:t>Что знали до отказа и как реагировали</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575">
                          <a:solidFill>
                            <a:srgbClr val="DDE0E7"/>
                          </a:solidFill>
                          <a:latin typeface="Arial"/>
                          <a:ea typeface="Arial"/>
                          <a:cs typeface="Arial"/>
                        </a:rPr>
                        <a:t>Можно ли было изменить исход и в какой момент</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990600">
                <a:tc>
                  <a:txBody>
                    <a:bodyPr/>
                    <a:lstStyle/>
                    <a:p>
                      <a:r>
                        <a:rPr sz="1575" b="1">
                          <a:solidFill>
                            <a:srgbClr val="B8A1FF"/>
                          </a:solidFill>
                          <a:latin typeface="Arial"/>
                          <a:ea typeface="Arial"/>
                          <a:cs typeface="Arial"/>
                        </a:rPr>
                        <a:t>Руководитель</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575">
                          <a:solidFill>
                            <a:srgbClr val="DDE0E7"/>
                          </a:solidFill>
                          <a:latin typeface="Arial"/>
                          <a:ea typeface="Arial"/>
                          <a:cs typeface="Arial"/>
                        </a:rPr>
                        <a:t>Последний похожий пилот, покупка или отказ</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575">
                          <a:solidFill>
                            <a:srgbClr val="DDE0E7"/>
                          </a:solidFill>
                          <a:latin typeface="Arial"/>
                          <a:ea typeface="Arial"/>
                          <a:cs typeface="Arial"/>
                        </a:rPr>
                        <a:t>Владелец результата, бюджет и условие оплаты</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bl>
          </a:graphicData>
        </a:graphic>
      </p:graphicFrame>
      <p:sp>
        <p:nvSpPr>
          <p:cNvPr id="18" name="Вопрос экспертам">
            <a:extLst xmlns:a="http://schemas.openxmlformats.org/drawingml/2006/main">
              <a:ext uri="{FF2B5EF4-FFF2-40B4-BE49-F238E27FC236}">
                <a16:creationId xmlns:a16="http://schemas.microsoft.com/office/drawing/2014/main" id="{A672873D-ACD3-4F55-B08F-1DABB3E882DB}"/>
              </a:ext>
            </a:extLst>
          </p:cNvPr>
          <p:cNvSpPr>
            <a:spLocks xmlns:a="http://schemas.openxmlformats.org/drawingml/2006/main" noGrp="1"/>
          </p:cNvSpPr>
          <p:nvPr/>
        </p:nvSpPr>
        <p:spPr>
          <a:xfrm xmlns:a="http://schemas.openxmlformats.org/drawingml/2006/main">
            <a:off x="781050" y="5514975"/>
            <a:ext cx="2600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EE6C9"/>
                </a:solidFill>
                <a:latin typeface="Arial"/>
                <a:ea typeface="Arial"/>
                <a:cs typeface="Arial"/>
              </a:defRPr>
            </a:defPPr>
            <a:lvl1pPr>
              <a:defRPr sz="1875" b="1">
                <a:solidFill>
                  <a:srgbClr val="2EE6C9"/>
                </a:solidFill>
                <a:latin typeface="Arial"/>
                <a:ea typeface="Arial"/>
                <a:cs typeface="Arial"/>
              </a:defRPr>
            </a:lvl1pPr>
            <a:lvl2pPr>
              <a:defRPr sz="1875" b="1">
                <a:solidFill>
                  <a:srgbClr val="2EE6C9"/>
                </a:solidFill>
                <a:latin typeface="Arial"/>
                <a:ea typeface="Arial"/>
                <a:cs typeface="Arial"/>
              </a:defRPr>
            </a:lvl2pPr>
            <a:lvl3pPr>
              <a:defRPr sz="1875" b="1">
                <a:solidFill>
                  <a:srgbClr val="2EE6C9"/>
                </a:solidFill>
                <a:latin typeface="Arial"/>
                <a:ea typeface="Arial"/>
                <a:cs typeface="Arial"/>
              </a:defRPr>
            </a:lvl3pPr>
            <a:lvl4pPr>
              <a:defRPr sz="1875" b="1">
                <a:solidFill>
                  <a:srgbClr val="2EE6C9"/>
                </a:solidFill>
                <a:latin typeface="Arial"/>
                <a:ea typeface="Arial"/>
                <a:cs typeface="Arial"/>
              </a:defRPr>
            </a:lvl4pPr>
            <a:lvl5pPr>
              <a:defRPr sz="1875" b="1">
                <a:solidFill>
                  <a:srgbClr val="2EE6C9"/>
                </a:solidFill>
                <a:latin typeface="Arial"/>
                <a:ea typeface="Arial"/>
                <a:cs typeface="Arial"/>
              </a:defRPr>
            </a:lvl5pPr>
            <a:lvl6pPr>
              <a:defRPr sz="1875" b="1">
                <a:solidFill>
                  <a:srgbClr val="2EE6C9"/>
                </a:solidFill>
                <a:latin typeface="Arial"/>
                <a:ea typeface="Arial"/>
                <a:cs typeface="Arial"/>
              </a:defRPr>
            </a:lvl6pPr>
            <a:lvl7pPr>
              <a:defRPr sz="1875" b="1">
                <a:solidFill>
                  <a:srgbClr val="2EE6C9"/>
                </a:solidFill>
                <a:latin typeface="Arial"/>
                <a:ea typeface="Arial"/>
                <a:cs typeface="Arial"/>
              </a:defRPr>
            </a:lvl7pPr>
            <a:lvl8pPr>
              <a:defRPr sz="1875" b="1">
                <a:solidFill>
                  <a:srgbClr val="2EE6C9"/>
                </a:solidFill>
                <a:latin typeface="Arial"/>
                <a:ea typeface="Arial"/>
                <a:cs typeface="Arial"/>
              </a:defRPr>
            </a:lvl8pPr>
            <a:lvl9pPr>
              <a:defRPr sz="1875" b="1">
                <a:solidFill>
                  <a:srgbClr val="2EE6C9"/>
                </a:solidFill>
                <a:latin typeface="Arial"/>
                <a:ea typeface="Arial"/>
                <a:cs typeface="Arial"/>
              </a:defRPr>
            </a:lvl9pPr>
          </a:lstStyle>
          <a:p xmlns:a="http://schemas.openxmlformats.org/drawingml/2006/main">
            <a:pPr>
              <a:defRPr sz="1875" b="1">
                <a:solidFill>
                  <a:srgbClr val="2EE6C9"/>
                </a:solidFill>
                <a:latin typeface="Arial"/>
                <a:ea typeface="Arial"/>
                <a:cs typeface="Arial"/>
              </a:defRPr>
            </a:pPr>
            <a:r>
              <a:rPr sz="1875" b="1">
                <a:solidFill>
                  <a:srgbClr val="2EE6C9"/>
                </a:solidFill>
                <a:latin typeface="Arial"/>
                <a:ea typeface="Arial"/>
                <a:cs typeface="Arial"/>
              </a:rPr>
              <a:t>Вопрос экспертам</a:t>
            </a:r>
          </a:p>
        </p:txBody>
      </p:sp>
      <p:sp>
        <p:nvSpPr>
          <p:cNvPr id="19" name="Где этот сценарий дополняет текущую диагности">
            <a:extLst xmlns:a="http://schemas.openxmlformats.org/drawingml/2006/main">
              <a:ext uri="{FF2B5EF4-FFF2-40B4-BE49-F238E27FC236}">
                <a16:creationId xmlns:a16="http://schemas.microsoft.com/office/drawing/2014/main" id="{9FEE37B4-4E65-474E-852C-D349E73ADC72}"/>
              </a:ext>
            </a:extLst>
          </p:cNvPr>
          <p:cNvSpPr>
            <a:spLocks xmlns:a="http://schemas.openxmlformats.org/drawingml/2006/main" noGrp="1"/>
          </p:cNvSpPr>
          <p:nvPr/>
        </p:nvSpPr>
        <p:spPr>
          <a:xfrm xmlns:a="http://schemas.openxmlformats.org/drawingml/2006/main">
            <a:off x="3667125" y="5505450"/>
            <a:ext cx="7696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4F7"/>
                </a:solidFill>
                <a:latin typeface="Arial"/>
                <a:ea typeface="Arial"/>
                <a:cs typeface="Arial"/>
              </a:defRPr>
            </a:defPPr>
            <a:lvl1pPr>
              <a:defRPr sz="2025" b="0">
                <a:solidFill>
                  <a:srgbClr val="F3F4F7"/>
                </a:solidFill>
                <a:latin typeface="Arial"/>
                <a:ea typeface="Arial"/>
                <a:cs typeface="Arial"/>
              </a:defRPr>
            </a:lvl1pPr>
            <a:lvl2pPr>
              <a:defRPr sz="2025" b="0">
                <a:solidFill>
                  <a:srgbClr val="F3F4F7"/>
                </a:solidFill>
                <a:latin typeface="Arial"/>
                <a:ea typeface="Arial"/>
                <a:cs typeface="Arial"/>
              </a:defRPr>
            </a:lvl2pPr>
            <a:lvl3pPr>
              <a:defRPr sz="2025" b="0">
                <a:solidFill>
                  <a:srgbClr val="F3F4F7"/>
                </a:solidFill>
                <a:latin typeface="Arial"/>
                <a:ea typeface="Arial"/>
                <a:cs typeface="Arial"/>
              </a:defRPr>
            </a:lvl3pPr>
            <a:lvl4pPr>
              <a:defRPr sz="2025" b="0">
                <a:solidFill>
                  <a:srgbClr val="F3F4F7"/>
                </a:solidFill>
                <a:latin typeface="Arial"/>
                <a:ea typeface="Arial"/>
                <a:cs typeface="Arial"/>
              </a:defRPr>
            </a:lvl4pPr>
            <a:lvl5pPr>
              <a:defRPr sz="2025" b="0">
                <a:solidFill>
                  <a:srgbClr val="F3F4F7"/>
                </a:solidFill>
                <a:latin typeface="Arial"/>
                <a:ea typeface="Arial"/>
                <a:cs typeface="Arial"/>
              </a:defRPr>
            </a:lvl5pPr>
            <a:lvl6pPr>
              <a:defRPr sz="2025" b="0">
                <a:solidFill>
                  <a:srgbClr val="F3F4F7"/>
                </a:solidFill>
                <a:latin typeface="Arial"/>
                <a:ea typeface="Arial"/>
                <a:cs typeface="Arial"/>
              </a:defRPr>
            </a:lvl6pPr>
            <a:lvl7pPr>
              <a:defRPr sz="2025" b="0">
                <a:solidFill>
                  <a:srgbClr val="F3F4F7"/>
                </a:solidFill>
                <a:latin typeface="Arial"/>
                <a:ea typeface="Arial"/>
                <a:cs typeface="Arial"/>
              </a:defRPr>
            </a:lvl7pPr>
            <a:lvl8pPr>
              <a:defRPr sz="2025" b="0">
                <a:solidFill>
                  <a:srgbClr val="F3F4F7"/>
                </a:solidFill>
                <a:latin typeface="Arial"/>
                <a:ea typeface="Arial"/>
                <a:cs typeface="Arial"/>
              </a:defRPr>
            </a:lvl8pPr>
            <a:lvl9pPr>
              <a:defRPr sz="2025" b="0">
                <a:solidFill>
                  <a:srgbClr val="F3F4F7"/>
                </a:solidFill>
                <a:latin typeface="Arial"/>
                <a:ea typeface="Arial"/>
                <a:cs typeface="Arial"/>
              </a:defRPr>
            </a:lvl9pPr>
          </a:lstStyle>
          <a:p xmlns:a="http://schemas.openxmlformats.org/drawingml/2006/main">
            <a:pPr>
              <a:defRPr sz="2025" b="0">
                <a:solidFill>
                  <a:srgbClr val="F3F4F7"/>
                </a:solidFill>
                <a:latin typeface="Arial"/>
                <a:ea typeface="Arial"/>
                <a:cs typeface="Arial"/>
              </a:defRPr>
            </a:pPr>
            <a:r>
              <a:rPr sz="2025" b="0">
                <a:solidFill>
                  <a:srgbClr val="F3F4F7"/>
                </a:solidFill>
                <a:latin typeface="Arial"/>
                <a:ea typeface="Arial"/>
                <a:cs typeface="Arial"/>
              </a:rPr>
              <a:t>Где этот сценарий дополняет текущую диагностику и ТОиР?</a:t>
            </a:r>
          </a:p>
        </p:txBody>
      </p:sp>
    </p:spTree>
    <p:extLst>
      <p:ext uri="{BB962C8B-B14F-4D97-AF65-F5344CB8AC3E}">
        <p14:creationId xmlns:p14="http://schemas.microsoft.com/office/powerpoint/2010/main" val="2016"/>
      </p:ext>
    </p:extLst>
  </p:cSld>
</p:sld>
</file>

<file path=ppt/slides/slide18.xml><?xml version="1.0" encoding="utf-8"?>
<p:sld xmlns:p="http://schemas.openxmlformats.org/presentationml/2006/main">
  <p:cSld>
    <p:bg>
      <p:bgPr>
        <a:blipFill xmlns:a="http://schemas.openxmlformats.org/drawingml/2006/main" rotWithShape="1">
          <a:blip xmlns:r="http://schemas.openxmlformats.org/officeDocument/2006/relationships" r:embed="Rb51ed2706cae438e">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ТРЕБОВАНИЯ</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Что проверяется в макете</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18</a:t>
            </a:r>
            <a:endParaRPr sz="1100"/>
          </a:p>
        </p:txBody>
      </p:sp>
      <p:graphicFrame>
        <p:nvGraphicFramePr>
          <p:cNvPr id="17" name="">
            <a:extLst xmlns:a="http://schemas.openxmlformats.org/drawingml/2006/main">
              <a:ext uri="{FF2B5EF4-FFF2-40B4-BE49-F238E27FC236}">
                <a16:creationId xmlns:a16="http://schemas.microsoft.com/office/drawing/2014/main" id="{F5FC8B3F-5A94-441D-9323-9CF005113604}"/>
              </a:ext>
            </a:extLst>
          </p:cNvPr>
          <p:cNvGraphicFramePr/>
          <p:nvPr/>
        </p:nvGraphicFramePr>
        <p:xfrm>
          <a:off xmlns:a="http://schemas.openxmlformats.org/drawingml/2006/main" x="777240" y="1733550"/>
          <a:ext xmlns:a="http://schemas.openxmlformats.org/drawingml/2006/main" cx="10607040" cy="4314825"/>
        </p:xfrm>
        <a:graphic xmlns:a="http://schemas.openxmlformats.org/drawingml/2006/main">
          <a:graphicData uri="http://schemas.openxmlformats.org/drawingml/2006/table">
            <a:tbl>
              <a:tblPr/>
              <a:tblGrid>
                <a:gridCol w="1524000"/>
                <a:gridCol w="4429125"/>
                <a:gridCol w="4653915"/>
              </a:tblGrid>
              <a:tr h="476250">
                <a:tc>
                  <a:txBody>
                    <a:bodyPr/>
                    <a:lstStyle/>
                    <a:p>
                      <a:r>
                        <a:rPr sz="1500" b="1">
                          <a:solidFill>
                            <a:srgbClr val="2EE6C9"/>
                          </a:solidFill>
                          <a:latin typeface="Arial"/>
                          <a:ea typeface="Arial"/>
                          <a:cs typeface="Arial"/>
                        </a:rPr>
                        <a:t>ID</a:t>
                      </a:r>
                    </a:p>
                  </a:txBody>
                  <a:tcPr marL="114300" marR="114300" marT="114300" marB="95250" anchor="t">
                    <a:lnL w="9525">
                      <a:solidFill>
                        <a:srgbClr val="30343F"/>
                      </a:solidFill>
                      <a:prstDash val="solid"/>
                    </a:lnL>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c>
                  <a:txBody>
                    <a:bodyPr/>
                    <a:lstStyle/>
                    <a:p>
                      <a:r>
                        <a:rPr sz="1500" b="1">
                          <a:solidFill>
                            <a:srgbClr val="2EE6C9"/>
                          </a:solidFill>
                          <a:latin typeface="Arial"/>
                          <a:ea typeface="Arial"/>
                          <a:cs typeface="Arial"/>
                        </a:rPr>
                        <a:t>Функция или ограничение</a:t>
                      </a:r>
                    </a:p>
                  </a:txBody>
                  <a:tcPr marL="114300" marR="114300" marT="114300" marB="95250" anchor="t">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c>
                  <a:txBody>
                    <a:bodyPr/>
                    <a:lstStyle/>
                    <a:p>
                      <a:r>
                        <a:rPr sz="1500" b="1">
                          <a:solidFill>
                            <a:srgbClr val="2EE6C9"/>
                          </a:solidFill>
                          <a:latin typeface="Arial"/>
                          <a:ea typeface="Arial"/>
                          <a:cs typeface="Arial"/>
                        </a:rPr>
                        <a:t>Наблюдаемая проверка</a:t>
                      </a:r>
                    </a:p>
                  </a:txBody>
                  <a:tcPr marL="114300" marR="114300" marT="114300" marB="95250" anchor="t">
                    <a:lnR w="9525">
                      <a:solidFill>
                        <a:srgbClr val="30343F"/>
                      </a:solidFill>
                      <a:prstDash val="solid"/>
                    </a:lnR>
                    <a:lnT w="9525">
                      <a:solidFill>
                        <a:srgbClr val="30343F"/>
                      </a:solidFill>
                      <a:prstDash val="solid"/>
                    </a:lnT>
                    <a:lnB w="9525">
                      <a:solidFill>
                        <a:srgbClr val="30343F"/>
                      </a:solidFill>
                      <a:prstDash val="solid"/>
                    </a:lnB>
                    <a:solidFill>
                      <a:srgbClr val="16181D"/>
                    </a:solidFill>
                  </a:tcPr>
                </a:tc>
              </a:tr>
              <a:tr h="781050">
                <a:tc>
                  <a:txBody>
                    <a:bodyPr/>
                    <a:lstStyle/>
                    <a:p>
                      <a:r>
                        <a:rPr sz="1500" b="1">
                          <a:solidFill>
                            <a:srgbClr val="B8A1FF"/>
                          </a:solidFill>
                          <a:latin typeface="Arial"/>
                          <a:ea typeface="Arial"/>
                          <a:cs typeface="Arial"/>
                        </a:rPr>
                        <a:t>PF1–3, 10–12</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500">
                          <a:solidFill>
                            <a:srgbClr val="DDE0E7"/>
                          </a:solidFill>
                          <a:latin typeface="Arial"/>
                          <a:ea typeface="Arial"/>
                          <a:cs typeface="Arial"/>
                        </a:rPr>
                        <a:t>Объект, показания, пояснения, 3D и схема</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500">
                          <a:solidFill>
                            <a:srgbClr val="DDE0E7"/>
                          </a:solidFill>
                          <a:latin typeface="Arial"/>
                          <a:ea typeface="Arial"/>
                          <a:cs typeface="Arial"/>
                        </a:rPr>
                        <a:t>ПН-01: видно основание и место сигнала</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723900">
                <a:tc>
                  <a:txBody>
                    <a:bodyPr/>
                    <a:lstStyle/>
                    <a:p>
                      <a:r>
                        <a:rPr sz="1500" b="1">
                          <a:solidFill>
                            <a:srgbClr val="B8A1FF"/>
                          </a:solidFill>
                          <a:latin typeface="Arial"/>
                          <a:ea typeface="Arial"/>
                          <a:cs typeface="Arial"/>
                        </a:rPr>
                        <a:t>PF4–6</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500">
                          <a:solidFill>
                            <a:srgbClr val="DDE0E7"/>
                          </a:solidFill>
                          <a:latin typeface="Arial"/>
                          <a:ea typeface="Arial"/>
                          <a:cs typeface="Arial"/>
                        </a:rPr>
                        <a:t>Действие, поля, задание, результат</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500">
                          <a:solidFill>
                            <a:srgbClr val="DDE0E7"/>
                          </a:solidFill>
                          <a:latin typeface="Arial"/>
                          <a:ea typeface="Arial"/>
                          <a:cs typeface="Arial"/>
                        </a:rPr>
                        <a:t>Ошибка у поля, скачивание и запись исхода</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723900">
                <a:tc>
                  <a:txBody>
                    <a:bodyPr/>
                    <a:lstStyle/>
                    <a:p>
                      <a:r>
                        <a:rPr sz="1500" b="1">
                          <a:solidFill>
                            <a:srgbClr val="B8A1FF"/>
                          </a:solidFill>
                          <a:latin typeface="Arial"/>
                          <a:ea typeface="Arial"/>
                          <a:cs typeface="Arial"/>
                        </a:rPr>
                        <a:t>PF7–9</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500">
                          <a:solidFill>
                            <a:srgbClr val="DDE0E7"/>
                          </a:solidFill>
                          <a:latin typeface="Arial"/>
                          <a:ea typeface="Arial"/>
                          <a:cs typeface="Arial"/>
                        </a:rPr>
                        <a:t>Качество данных и возвраты</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500">
                          <a:solidFill>
                            <a:srgbClr val="DDE0E7"/>
                          </a:solidFill>
                          <a:latin typeface="Arial"/>
                          <a:ea typeface="Arial"/>
                          <a:cs typeface="Arial"/>
                        </a:rPr>
                        <a:t>ПН-03: подтверждение и отдельный повтор</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885825">
                <a:tc>
                  <a:txBody>
                    <a:bodyPr/>
                    <a:lstStyle/>
                    <a:p>
                      <a:r>
                        <a:rPr sz="1500" b="1">
                          <a:solidFill>
                            <a:srgbClr val="B8A1FF"/>
                          </a:solidFill>
                          <a:latin typeface="Arial"/>
                          <a:ea typeface="Arial"/>
                          <a:cs typeface="Arial"/>
                        </a:rPr>
                        <a:t>PF13–15</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500">
                          <a:solidFill>
                            <a:srgbClr val="DDE0E7"/>
                          </a:solidFill>
                          <a:latin typeface="Arial"/>
                          <a:ea typeface="Arial"/>
                          <a:cs typeface="Arial"/>
                        </a:rPr>
                        <a:t>Причины, четыре проверки, горизонт и экономика</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500">
                          <a:solidFill>
                            <a:srgbClr val="DDE0E7"/>
                          </a:solidFill>
                          <a:latin typeface="Arial"/>
                          <a:ea typeface="Arial"/>
                          <a:cs typeface="Arial"/>
                        </a:rPr>
                        <a:t>Изменение вводных меняет вывод или останавливает расчёт</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r h="723900">
                <a:tc>
                  <a:txBody>
                    <a:bodyPr/>
                    <a:lstStyle/>
                    <a:p>
                      <a:r>
                        <a:rPr sz="1500" b="1">
                          <a:solidFill>
                            <a:srgbClr val="B8A1FF"/>
                          </a:solidFill>
                          <a:latin typeface="Arial"/>
                          <a:ea typeface="Arial"/>
                          <a:cs typeface="Arial"/>
                        </a:rPr>
                        <a:t>PN1–7</a:t>
                      </a:r>
                    </a:p>
                  </a:txBody>
                  <a:tcPr marL="114300" marR="114300" marT="114300" marB="95250" anchor="t">
                    <a:lnL w="9525">
                      <a:solidFill>
                        <a:srgbClr val="30343F"/>
                      </a:solidFill>
                      <a:prstDash val="solid"/>
                    </a:lnL>
                    <a:lnR w="9525">
                      <a:solidFill>
                        <a:srgbClr val="30343F"/>
                      </a:solidFill>
                      <a:prstDash val="solid"/>
                    </a:lnR>
                    <a:lnB w="9525">
                      <a:solidFill>
                        <a:srgbClr val="30343F"/>
                      </a:solidFill>
                      <a:prstDash val="solid"/>
                    </a:lnB>
                    <a:solidFill>
                      <a:srgbClr val="1B1D23"/>
                    </a:solidFill>
                  </a:tcPr>
                </a:tc>
                <a:tc>
                  <a:txBody>
                    <a:bodyPr/>
                    <a:lstStyle/>
                    <a:p>
                      <a:r>
                        <a:rPr sz="1500">
                          <a:solidFill>
                            <a:srgbClr val="DDE0E7"/>
                          </a:solidFill>
                          <a:latin typeface="Arial"/>
                          <a:ea typeface="Arial"/>
                          <a:cs typeface="Arial"/>
                        </a:rPr>
                        <a:t>Офлайн, клавиатура, мобильный экран, контекст</a:t>
                      </a:r>
                    </a:p>
                  </a:txBody>
                  <a:tcPr marL="114300" marR="114300" marT="114300" marB="95250" anchor="t">
                    <a:lnR w="9525">
                      <a:solidFill>
                        <a:srgbClr val="30343F"/>
                      </a:solidFill>
                      <a:prstDash val="solid"/>
                    </a:lnR>
                    <a:lnB w="9525">
                      <a:solidFill>
                        <a:srgbClr val="30343F"/>
                      </a:solidFill>
                      <a:prstDash val="solid"/>
                    </a:lnB>
                    <a:solidFill>
                      <a:srgbClr val="1B1D23"/>
                    </a:solidFill>
                  </a:tcPr>
                </a:tc>
                <a:tc>
                  <a:txBody>
                    <a:bodyPr/>
                    <a:lstStyle/>
                    <a:p>
                      <a:r>
                        <a:rPr sz="1500">
                          <a:solidFill>
                            <a:srgbClr val="DDE0E7"/>
                          </a:solidFill>
                          <a:latin typeface="Arial"/>
                          <a:ea typeface="Arial"/>
                          <a:cs typeface="Arial"/>
                        </a:rPr>
                        <a:t>Один HTML; черновики в текущей вкладке</a:t>
                      </a:r>
                    </a:p>
                  </a:txBody>
                  <a:tcPr marL="114300" marR="114300" marT="114300" marB="95250" anchor="t">
                    <a:lnR w="9525">
                      <a:solidFill>
                        <a:srgbClr val="30343F"/>
                      </a:solidFill>
                      <a:prstDash val="solid"/>
                    </a:lnR>
                    <a:lnB w="9525">
                      <a:solidFill>
                        <a:srgbClr val="30343F"/>
                      </a:solidFill>
                      <a:prstDash val="solid"/>
                    </a:lnB>
                    <a:solidFill>
                      <a:srgbClr val="1B1D23"/>
                    </a:solidFill>
                  </a:tcPr>
                </a:tc>
              </a:tr>
            </a:tbl>
          </a:graphicData>
        </a:graphic>
      </p:graphicFrame>
      <p:sp>
        <p:nvSpPr>
          <p:cNvPr id="18" name="Пороговые значения, качество прогноза и интег">
            <a:extLst xmlns:a="http://schemas.openxmlformats.org/drawingml/2006/main">
              <a:ext uri="{FF2B5EF4-FFF2-40B4-BE49-F238E27FC236}">
                <a16:creationId xmlns:a16="http://schemas.microsoft.com/office/drawing/2014/main" id="{72A69865-1110-4ED1-833D-A9A425B064AB}"/>
              </a:ext>
            </a:extLst>
          </p:cNvPr>
          <p:cNvSpPr>
            <a:spLocks xmlns:a="http://schemas.openxmlformats.org/drawingml/2006/main" noGrp="1"/>
          </p:cNvSpPr>
          <p:nvPr/>
        </p:nvSpPr>
        <p:spPr>
          <a:xfrm xmlns:a="http://schemas.openxmlformats.org/drawingml/2006/main">
            <a:off x="777240" y="6096000"/>
            <a:ext cx="1061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Пороговые значения, качество прогноза и интеграции с системами станции потребуют отдельной проверки.</a:t>
            </a:r>
          </a:p>
        </p:txBody>
      </p:sp>
    </p:spTree>
    <p:extLst>
      <p:ext uri="{BB962C8B-B14F-4D97-AF65-F5344CB8AC3E}">
        <p14:creationId xmlns:p14="http://schemas.microsoft.com/office/powerpoint/2010/main" val="2017"/>
      </p:ext>
    </p:extLst>
  </p:cSld>
</p:sld>
</file>

<file path=ppt/slides/slide19.xml><?xml version="1.0" encoding="utf-8"?>
<p:sld xmlns:p="http://schemas.openxmlformats.org/presentationml/2006/main">
  <p:cSld>
    <p:bg>
      <p:bgPr>
        <a:blipFill xmlns:a="http://schemas.openxmlformats.org/drawingml/2006/main" rotWithShape="1">
          <a:blip xmlns:r="http://schemas.openxmlformats.org/officeDocument/2006/relationships" r:embed="Rf94c73acd8ad4e80">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РАБОТА С ИИ И ГРАНИЦЫ</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Как получен результат</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19</a:t>
            </a:r>
            <a:endParaRPr sz="1100"/>
          </a:p>
        </p:txBody>
      </p:sp>
      <p:sp>
        <p:nvSpPr>
          <p:cNvPr id="17" name="ИИ помог подготовить">
            <a:extLst xmlns:a="http://schemas.openxmlformats.org/drawingml/2006/main">
              <a:ext uri="{FF2B5EF4-FFF2-40B4-BE49-F238E27FC236}">
                <a16:creationId xmlns:a16="http://schemas.microsoft.com/office/drawing/2014/main" id="{32CA596E-BCFB-44CC-BB9F-E4EEF8DE6DA5}"/>
              </a:ext>
            </a:extLst>
          </p:cNvPr>
          <p:cNvSpPr>
            <a:spLocks xmlns:a="http://schemas.openxmlformats.org/drawingml/2006/main" noGrp="1"/>
          </p:cNvSpPr>
          <p:nvPr/>
        </p:nvSpPr>
        <p:spPr>
          <a:xfrm xmlns:a="http://schemas.openxmlformats.org/drawingml/2006/main">
            <a:off x="781050" y="1819275"/>
            <a:ext cx="5048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EE6C9"/>
                </a:solidFill>
                <a:latin typeface="Arial"/>
                <a:ea typeface="Arial"/>
                <a:cs typeface="Arial"/>
              </a:defRPr>
            </a:defPPr>
            <a:lvl1pPr>
              <a:defRPr sz="2100" b="1">
                <a:solidFill>
                  <a:srgbClr val="2EE6C9"/>
                </a:solidFill>
                <a:latin typeface="Arial"/>
                <a:ea typeface="Arial"/>
                <a:cs typeface="Arial"/>
              </a:defRPr>
            </a:lvl1pPr>
            <a:lvl2pPr>
              <a:defRPr sz="2100" b="1">
                <a:solidFill>
                  <a:srgbClr val="2EE6C9"/>
                </a:solidFill>
                <a:latin typeface="Arial"/>
                <a:ea typeface="Arial"/>
                <a:cs typeface="Arial"/>
              </a:defRPr>
            </a:lvl2pPr>
            <a:lvl3pPr>
              <a:defRPr sz="2100" b="1">
                <a:solidFill>
                  <a:srgbClr val="2EE6C9"/>
                </a:solidFill>
                <a:latin typeface="Arial"/>
                <a:ea typeface="Arial"/>
                <a:cs typeface="Arial"/>
              </a:defRPr>
            </a:lvl3pPr>
            <a:lvl4pPr>
              <a:defRPr sz="2100" b="1">
                <a:solidFill>
                  <a:srgbClr val="2EE6C9"/>
                </a:solidFill>
                <a:latin typeface="Arial"/>
                <a:ea typeface="Arial"/>
                <a:cs typeface="Arial"/>
              </a:defRPr>
            </a:lvl4pPr>
            <a:lvl5pPr>
              <a:defRPr sz="2100" b="1">
                <a:solidFill>
                  <a:srgbClr val="2EE6C9"/>
                </a:solidFill>
                <a:latin typeface="Arial"/>
                <a:ea typeface="Arial"/>
                <a:cs typeface="Arial"/>
              </a:defRPr>
            </a:lvl5pPr>
            <a:lvl6pPr>
              <a:defRPr sz="2100" b="1">
                <a:solidFill>
                  <a:srgbClr val="2EE6C9"/>
                </a:solidFill>
                <a:latin typeface="Arial"/>
                <a:ea typeface="Arial"/>
                <a:cs typeface="Arial"/>
              </a:defRPr>
            </a:lvl6pPr>
            <a:lvl7pPr>
              <a:defRPr sz="2100" b="1">
                <a:solidFill>
                  <a:srgbClr val="2EE6C9"/>
                </a:solidFill>
                <a:latin typeface="Arial"/>
                <a:ea typeface="Arial"/>
                <a:cs typeface="Arial"/>
              </a:defRPr>
            </a:lvl7pPr>
            <a:lvl8pPr>
              <a:defRPr sz="2100" b="1">
                <a:solidFill>
                  <a:srgbClr val="2EE6C9"/>
                </a:solidFill>
                <a:latin typeface="Arial"/>
                <a:ea typeface="Arial"/>
                <a:cs typeface="Arial"/>
              </a:defRPr>
            </a:lvl8pPr>
            <a:lvl9pPr>
              <a:defRPr sz="2100" b="1">
                <a:solidFill>
                  <a:srgbClr val="2EE6C9"/>
                </a:solidFill>
                <a:latin typeface="Arial"/>
                <a:ea typeface="Arial"/>
                <a:cs typeface="Arial"/>
              </a:defRPr>
            </a:lvl9pPr>
          </a:lstStyle>
          <a:p xmlns:a="http://schemas.openxmlformats.org/drawingml/2006/main">
            <a:pPr>
              <a:defRPr sz="2100" b="1">
                <a:solidFill>
                  <a:srgbClr val="2EE6C9"/>
                </a:solidFill>
                <a:latin typeface="Arial"/>
                <a:ea typeface="Arial"/>
                <a:cs typeface="Arial"/>
              </a:defRPr>
            </a:pPr>
            <a:r>
              <a:rPr sz="2100" b="1">
                <a:solidFill>
                  <a:srgbClr val="2EE6C9"/>
                </a:solidFill>
                <a:latin typeface="Arial"/>
                <a:ea typeface="Arial"/>
                <a:cs typeface="Arial"/>
              </a:rPr>
              <a:t>ИИ помог подготовить</a:t>
            </a:r>
          </a:p>
        </p:txBody>
      </p:sp>
      <p:sp>
        <p:nvSpPr>
          <p:cNvPr id="18" name="Сценарии и формулировки требований&#10;Интерактив">
            <a:extLst xmlns:a="http://schemas.openxmlformats.org/drawingml/2006/main">
              <a:ext uri="{FF2B5EF4-FFF2-40B4-BE49-F238E27FC236}">
                <a16:creationId xmlns:a16="http://schemas.microsoft.com/office/drawing/2014/main" id="{1210F333-3881-4B36-ADEE-EFE5CC0ED78B}"/>
              </a:ext>
            </a:extLst>
          </p:cNvPr>
          <p:cNvSpPr>
            <a:spLocks xmlns:a="http://schemas.openxmlformats.org/drawingml/2006/main" noGrp="1"/>
          </p:cNvSpPr>
          <p:nvPr/>
        </p:nvSpPr>
        <p:spPr>
          <a:xfrm xmlns:a="http://schemas.openxmlformats.org/drawingml/2006/main">
            <a:off x="781050" y="2505075"/>
            <a:ext cx="504825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3F4F7"/>
                </a:solidFill>
                <a:latin typeface="Arial"/>
                <a:ea typeface="Arial"/>
                <a:cs typeface="Arial"/>
              </a:defRPr>
            </a:defPPr>
            <a:lvl1pPr>
              <a:defRPr sz="1950" b="0">
                <a:solidFill>
                  <a:srgbClr val="F3F4F7"/>
                </a:solidFill>
                <a:latin typeface="Arial"/>
                <a:ea typeface="Arial"/>
                <a:cs typeface="Arial"/>
              </a:defRPr>
            </a:lvl1pPr>
            <a:lvl2pPr>
              <a:defRPr sz="1950" b="0">
                <a:solidFill>
                  <a:srgbClr val="F3F4F7"/>
                </a:solidFill>
                <a:latin typeface="Arial"/>
                <a:ea typeface="Arial"/>
                <a:cs typeface="Arial"/>
              </a:defRPr>
            </a:lvl2pPr>
            <a:lvl3pPr>
              <a:defRPr sz="1950" b="0">
                <a:solidFill>
                  <a:srgbClr val="F3F4F7"/>
                </a:solidFill>
                <a:latin typeface="Arial"/>
                <a:ea typeface="Arial"/>
                <a:cs typeface="Arial"/>
              </a:defRPr>
            </a:lvl3pPr>
            <a:lvl4pPr>
              <a:defRPr sz="1950" b="0">
                <a:solidFill>
                  <a:srgbClr val="F3F4F7"/>
                </a:solidFill>
                <a:latin typeface="Arial"/>
                <a:ea typeface="Arial"/>
                <a:cs typeface="Arial"/>
              </a:defRPr>
            </a:lvl4pPr>
            <a:lvl5pPr>
              <a:defRPr sz="1950" b="0">
                <a:solidFill>
                  <a:srgbClr val="F3F4F7"/>
                </a:solidFill>
                <a:latin typeface="Arial"/>
                <a:ea typeface="Arial"/>
                <a:cs typeface="Arial"/>
              </a:defRPr>
            </a:lvl5pPr>
            <a:lvl6pPr>
              <a:defRPr sz="1950" b="0">
                <a:solidFill>
                  <a:srgbClr val="F3F4F7"/>
                </a:solidFill>
                <a:latin typeface="Arial"/>
                <a:ea typeface="Arial"/>
                <a:cs typeface="Arial"/>
              </a:defRPr>
            </a:lvl6pPr>
            <a:lvl7pPr>
              <a:defRPr sz="1950" b="0">
                <a:solidFill>
                  <a:srgbClr val="F3F4F7"/>
                </a:solidFill>
                <a:latin typeface="Arial"/>
                <a:ea typeface="Arial"/>
                <a:cs typeface="Arial"/>
              </a:defRPr>
            </a:lvl7pPr>
            <a:lvl8pPr>
              <a:defRPr sz="1950" b="0">
                <a:solidFill>
                  <a:srgbClr val="F3F4F7"/>
                </a:solidFill>
                <a:latin typeface="Arial"/>
                <a:ea typeface="Arial"/>
                <a:cs typeface="Arial"/>
              </a:defRPr>
            </a:lvl8pPr>
            <a:lvl9pPr>
              <a:defRPr sz="1950" b="0">
                <a:solidFill>
                  <a:srgbClr val="F3F4F7"/>
                </a:solidFill>
                <a:latin typeface="Arial"/>
                <a:ea typeface="Arial"/>
                <a:cs typeface="Arial"/>
              </a:defRPr>
            </a:lvl9pPr>
          </a:lstStyle>
          <a:p xmlns:a="http://schemas.openxmlformats.org/drawingml/2006/main">
            <a:pPr>
              <a:defRPr sz="1950" b="0">
                <a:solidFill>
                  <a:srgbClr val="F3F4F7"/>
                </a:solidFill>
                <a:latin typeface="Arial"/>
                <a:ea typeface="Arial"/>
                <a:cs typeface="Arial"/>
              </a:defRPr>
            </a:pPr>
            <a:r>
              <a:rPr sz="1950" b="0">
                <a:solidFill>
                  <a:srgbClr val="F3F4F7"/>
                </a:solidFill>
                <a:latin typeface="Arial"/>
                <a:ea typeface="Arial"/>
                <a:cs typeface="Arial"/>
              </a:rPr>
              <a:t>Сценарии и формулировки требований</a:t>
            </a:r>
          </a:p>
          <a:p xmlns:a="http://schemas.openxmlformats.org/drawingml/2006/main">
            <a:pPr>
              <a:defRPr sz="1950" b="0">
                <a:solidFill>
                  <a:srgbClr val="F3F4F7"/>
                </a:solidFill>
                <a:latin typeface="Arial"/>
                <a:ea typeface="Arial"/>
                <a:cs typeface="Arial"/>
              </a:defRPr>
            </a:pPr>
            <a:r>
              <a:rPr sz="1950" b="0">
                <a:solidFill>
                  <a:srgbClr val="F3F4F7"/>
                </a:solidFill>
                <a:latin typeface="Arial"/>
                <a:ea typeface="Arial"/>
                <a:cs typeface="Arial"/>
              </a:rPr>
              <a:t>Интерактивный HTML и 3D-навигацию</a:t>
            </a:r>
          </a:p>
          <a:p xmlns:a="http://schemas.openxmlformats.org/drawingml/2006/main">
            <a:pPr>
              <a:defRPr sz="1950" b="0">
                <a:solidFill>
                  <a:srgbClr val="F3F4F7"/>
                </a:solidFill>
                <a:latin typeface="Arial"/>
                <a:ea typeface="Arial"/>
                <a:cs typeface="Arial"/>
              </a:defRPr>
            </a:pPr>
            <a:r>
              <a:rPr sz="1950" b="0">
                <a:solidFill>
                  <a:srgbClr val="F3F4F7"/>
                </a:solidFill>
                <a:latin typeface="Arial"/>
                <a:ea typeface="Arial"/>
                <a:cs typeface="Arial"/>
              </a:rPr>
              <a:t>Ролевые симуляции для уточнения вопросов</a:t>
            </a:r>
          </a:p>
          <a:p xmlns:a="http://schemas.openxmlformats.org/drawingml/2006/main">
            <a:pPr>
              <a:defRPr sz="1950" b="0">
                <a:solidFill>
                  <a:srgbClr val="F3F4F7"/>
                </a:solidFill>
                <a:latin typeface="Arial"/>
                <a:ea typeface="Arial"/>
                <a:cs typeface="Arial"/>
              </a:defRPr>
            </a:pPr>
            <a:r>
              <a:rPr sz="1950" b="0">
                <a:solidFill>
                  <a:srgbClr val="F3F4F7"/>
                </a:solidFill>
                <a:latin typeface="Arial"/>
                <a:ea typeface="Arial"/>
                <a:cs typeface="Arial"/>
              </a:rPr>
              <a:t>Слайды и новый знак продукта</a:t>
            </a:r>
          </a:p>
        </p:txBody>
      </p:sp>
      <p:sp>
        <p:nvSpPr>
          <p:cNvPr id="19" name="Проверки результата">
            <a:extLst xmlns:a="http://schemas.openxmlformats.org/drawingml/2006/main">
              <a:ext uri="{FF2B5EF4-FFF2-40B4-BE49-F238E27FC236}">
                <a16:creationId xmlns:a16="http://schemas.microsoft.com/office/drawing/2014/main" id="{5894D521-DB6A-4C3B-8933-F12FA0DF0236}"/>
              </a:ext>
            </a:extLst>
          </p:cNvPr>
          <p:cNvSpPr>
            <a:spLocks xmlns:a="http://schemas.openxmlformats.org/drawingml/2006/main" noGrp="1"/>
          </p:cNvSpPr>
          <p:nvPr/>
        </p:nvSpPr>
        <p:spPr>
          <a:xfrm xmlns:a="http://schemas.openxmlformats.org/drawingml/2006/main">
            <a:off x="6305550" y="1819275"/>
            <a:ext cx="5048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8A1FF"/>
                </a:solidFill>
                <a:latin typeface="Arial"/>
                <a:ea typeface="Arial"/>
                <a:cs typeface="Arial"/>
              </a:defRPr>
            </a:defPPr>
            <a:lvl1pPr>
              <a:defRPr sz="2100" b="1">
                <a:solidFill>
                  <a:srgbClr val="B8A1FF"/>
                </a:solidFill>
                <a:latin typeface="Arial"/>
                <a:ea typeface="Arial"/>
                <a:cs typeface="Arial"/>
              </a:defRPr>
            </a:lvl1pPr>
            <a:lvl2pPr>
              <a:defRPr sz="2100" b="1">
                <a:solidFill>
                  <a:srgbClr val="B8A1FF"/>
                </a:solidFill>
                <a:latin typeface="Arial"/>
                <a:ea typeface="Arial"/>
                <a:cs typeface="Arial"/>
              </a:defRPr>
            </a:lvl2pPr>
            <a:lvl3pPr>
              <a:defRPr sz="2100" b="1">
                <a:solidFill>
                  <a:srgbClr val="B8A1FF"/>
                </a:solidFill>
                <a:latin typeface="Arial"/>
                <a:ea typeface="Arial"/>
                <a:cs typeface="Arial"/>
              </a:defRPr>
            </a:lvl3pPr>
            <a:lvl4pPr>
              <a:defRPr sz="2100" b="1">
                <a:solidFill>
                  <a:srgbClr val="B8A1FF"/>
                </a:solidFill>
                <a:latin typeface="Arial"/>
                <a:ea typeface="Arial"/>
                <a:cs typeface="Arial"/>
              </a:defRPr>
            </a:lvl4pPr>
            <a:lvl5pPr>
              <a:defRPr sz="2100" b="1">
                <a:solidFill>
                  <a:srgbClr val="B8A1FF"/>
                </a:solidFill>
                <a:latin typeface="Arial"/>
                <a:ea typeface="Arial"/>
                <a:cs typeface="Arial"/>
              </a:defRPr>
            </a:lvl5pPr>
            <a:lvl6pPr>
              <a:defRPr sz="2100" b="1">
                <a:solidFill>
                  <a:srgbClr val="B8A1FF"/>
                </a:solidFill>
                <a:latin typeface="Arial"/>
                <a:ea typeface="Arial"/>
                <a:cs typeface="Arial"/>
              </a:defRPr>
            </a:lvl6pPr>
            <a:lvl7pPr>
              <a:defRPr sz="2100" b="1">
                <a:solidFill>
                  <a:srgbClr val="B8A1FF"/>
                </a:solidFill>
                <a:latin typeface="Arial"/>
                <a:ea typeface="Arial"/>
                <a:cs typeface="Arial"/>
              </a:defRPr>
            </a:lvl7pPr>
            <a:lvl8pPr>
              <a:defRPr sz="2100" b="1">
                <a:solidFill>
                  <a:srgbClr val="B8A1FF"/>
                </a:solidFill>
                <a:latin typeface="Arial"/>
                <a:ea typeface="Arial"/>
                <a:cs typeface="Arial"/>
              </a:defRPr>
            </a:lvl8pPr>
            <a:lvl9pPr>
              <a:defRPr sz="2100" b="1">
                <a:solidFill>
                  <a:srgbClr val="B8A1FF"/>
                </a:solidFill>
                <a:latin typeface="Arial"/>
                <a:ea typeface="Arial"/>
                <a:cs typeface="Arial"/>
              </a:defRPr>
            </a:lvl9pPr>
          </a:lstStyle>
          <a:p xmlns:a="http://schemas.openxmlformats.org/drawingml/2006/main">
            <a:pPr>
              <a:defRPr sz="2100" b="1">
                <a:solidFill>
                  <a:srgbClr val="B8A1FF"/>
                </a:solidFill>
                <a:latin typeface="Arial"/>
                <a:ea typeface="Arial"/>
                <a:cs typeface="Arial"/>
              </a:defRPr>
            </a:pPr>
            <a:r>
              <a:rPr sz="2100" b="1">
                <a:solidFill>
                  <a:srgbClr val="B8A1FF"/>
                </a:solidFill>
                <a:latin typeface="Arial"/>
                <a:ea typeface="Arial"/>
                <a:cs typeface="Arial"/>
              </a:rPr>
              <a:t>Проверки результата</a:t>
            </a:r>
          </a:p>
        </p:txBody>
      </p:sp>
      <p:sp>
        <p:nvSpPr>
          <p:cNvPr id="20" name="Технический прогон интерфейса и расчётов&#10;Сопо">
            <a:extLst xmlns:a="http://schemas.openxmlformats.org/drawingml/2006/main">
              <a:ext uri="{FF2B5EF4-FFF2-40B4-BE49-F238E27FC236}">
                <a16:creationId xmlns:a16="http://schemas.microsoft.com/office/drawing/2014/main" id="{E743A81A-103B-4527-AAE9-DD5BB5DBA3DA}"/>
              </a:ext>
            </a:extLst>
          </p:cNvPr>
          <p:cNvSpPr>
            <a:spLocks xmlns:a="http://schemas.openxmlformats.org/drawingml/2006/main" noGrp="1"/>
          </p:cNvSpPr>
          <p:nvPr/>
        </p:nvSpPr>
        <p:spPr>
          <a:xfrm xmlns:a="http://schemas.openxmlformats.org/drawingml/2006/main">
            <a:off x="6305550" y="2505075"/>
            <a:ext cx="5048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3F4F7"/>
                </a:solidFill>
                <a:latin typeface="Arial"/>
                <a:ea typeface="Arial"/>
                <a:cs typeface="Arial"/>
              </a:defRPr>
            </a:defPPr>
            <a:lvl1pPr>
              <a:defRPr sz="1950" b="0">
                <a:solidFill>
                  <a:srgbClr val="F3F4F7"/>
                </a:solidFill>
                <a:latin typeface="Arial"/>
                <a:ea typeface="Arial"/>
                <a:cs typeface="Arial"/>
              </a:defRPr>
            </a:lvl1pPr>
            <a:lvl2pPr>
              <a:defRPr sz="1950" b="0">
                <a:solidFill>
                  <a:srgbClr val="F3F4F7"/>
                </a:solidFill>
                <a:latin typeface="Arial"/>
                <a:ea typeface="Arial"/>
                <a:cs typeface="Arial"/>
              </a:defRPr>
            </a:lvl2pPr>
            <a:lvl3pPr>
              <a:defRPr sz="1950" b="0">
                <a:solidFill>
                  <a:srgbClr val="F3F4F7"/>
                </a:solidFill>
                <a:latin typeface="Arial"/>
                <a:ea typeface="Arial"/>
                <a:cs typeface="Arial"/>
              </a:defRPr>
            </a:lvl3pPr>
            <a:lvl4pPr>
              <a:defRPr sz="1950" b="0">
                <a:solidFill>
                  <a:srgbClr val="F3F4F7"/>
                </a:solidFill>
                <a:latin typeface="Arial"/>
                <a:ea typeface="Arial"/>
                <a:cs typeface="Arial"/>
              </a:defRPr>
            </a:lvl4pPr>
            <a:lvl5pPr>
              <a:defRPr sz="1950" b="0">
                <a:solidFill>
                  <a:srgbClr val="F3F4F7"/>
                </a:solidFill>
                <a:latin typeface="Arial"/>
                <a:ea typeface="Arial"/>
                <a:cs typeface="Arial"/>
              </a:defRPr>
            </a:lvl5pPr>
            <a:lvl6pPr>
              <a:defRPr sz="1950" b="0">
                <a:solidFill>
                  <a:srgbClr val="F3F4F7"/>
                </a:solidFill>
                <a:latin typeface="Arial"/>
                <a:ea typeface="Arial"/>
                <a:cs typeface="Arial"/>
              </a:defRPr>
            </a:lvl6pPr>
            <a:lvl7pPr>
              <a:defRPr sz="1950" b="0">
                <a:solidFill>
                  <a:srgbClr val="F3F4F7"/>
                </a:solidFill>
                <a:latin typeface="Arial"/>
                <a:ea typeface="Arial"/>
                <a:cs typeface="Arial"/>
              </a:defRPr>
            </a:lvl7pPr>
            <a:lvl8pPr>
              <a:defRPr sz="1950" b="0">
                <a:solidFill>
                  <a:srgbClr val="F3F4F7"/>
                </a:solidFill>
                <a:latin typeface="Arial"/>
                <a:ea typeface="Arial"/>
                <a:cs typeface="Arial"/>
              </a:defRPr>
            </a:lvl8pPr>
            <a:lvl9pPr>
              <a:defRPr sz="1950" b="0">
                <a:solidFill>
                  <a:srgbClr val="F3F4F7"/>
                </a:solidFill>
                <a:latin typeface="Arial"/>
                <a:ea typeface="Arial"/>
                <a:cs typeface="Arial"/>
              </a:defRPr>
            </a:lvl9pPr>
          </a:lstStyle>
          <a:p xmlns:a="http://schemas.openxmlformats.org/drawingml/2006/main">
            <a:pPr>
              <a:defRPr sz="1950" b="0">
                <a:solidFill>
                  <a:srgbClr val="F3F4F7"/>
                </a:solidFill>
                <a:latin typeface="Arial"/>
                <a:ea typeface="Arial"/>
                <a:cs typeface="Arial"/>
              </a:defRPr>
            </a:pPr>
            <a:r>
              <a:rPr sz="1950" b="0">
                <a:solidFill>
                  <a:srgbClr val="F3F4F7"/>
                </a:solidFill>
                <a:latin typeface="Arial"/>
                <a:ea typeface="Arial"/>
                <a:cs typeface="Arial"/>
              </a:rPr>
              <a:t>Технический прогон интерфейса и расчётов</a:t>
            </a:r>
          </a:p>
          <a:p xmlns:a="http://schemas.openxmlformats.org/drawingml/2006/main">
            <a:pPr>
              <a:defRPr sz="1950" b="0">
                <a:solidFill>
                  <a:srgbClr val="F3F4F7"/>
                </a:solidFill>
                <a:latin typeface="Arial"/>
                <a:ea typeface="Arial"/>
                <a:cs typeface="Arial"/>
              </a:defRPr>
            </a:pPr>
            <a:r>
              <a:rPr sz="1950" b="0">
                <a:solidFill>
                  <a:srgbClr val="F3F4F7"/>
                </a:solidFill>
                <a:latin typeface="Arial"/>
                <a:ea typeface="Arial"/>
                <a:cs typeface="Arial"/>
              </a:rPr>
              <a:t>Сопоставление требований с экранами</a:t>
            </a:r>
          </a:p>
          <a:p xmlns:a="http://schemas.openxmlformats.org/drawingml/2006/main">
            <a:pPr>
              <a:defRPr sz="1950" b="0">
                <a:solidFill>
                  <a:srgbClr val="F3F4F7"/>
                </a:solidFill>
                <a:latin typeface="Arial"/>
                <a:ea typeface="Arial"/>
                <a:cs typeface="Arial"/>
              </a:defRPr>
            </a:pPr>
            <a:r>
              <a:rPr sz="1950" b="0">
                <a:solidFill>
                  <a:srgbClr val="F3F4F7"/>
                </a:solidFill>
                <a:latin typeface="Arial"/>
                <a:ea typeface="Arial"/>
                <a:cs typeface="Arial"/>
              </a:rPr>
              <a:t>Явное разделение фактов и учебных данных</a:t>
            </a:r>
          </a:p>
        </p:txBody>
      </p:sp>
      <p:sp>
        <p:nvSpPr>
          <p:cNvPr id="21" name="Ещё нужны: оценка инженера, командное согласо">
            <a:extLst xmlns:a="http://schemas.openxmlformats.org/drawingml/2006/main">
              <a:ext uri="{FF2B5EF4-FFF2-40B4-BE49-F238E27FC236}">
                <a16:creationId xmlns:a16="http://schemas.microsoft.com/office/drawing/2014/main" id="{022E49B9-0E17-4140-8EDD-A05D41C932A7}"/>
              </a:ext>
            </a:extLst>
          </p:cNvPr>
          <p:cNvSpPr>
            <a:spLocks xmlns:a="http://schemas.openxmlformats.org/drawingml/2006/main" noGrp="1"/>
          </p:cNvSpPr>
          <p:nvPr/>
        </p:nvSpPr>
        <p:spPr>
          <a:xfrm xmlns:a="http://schemas.openxmlformats.org/drawingml/2006/main">
            <a:off x="6305550" y="4762500"/>
            <a:ext cx="5048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DDE0E7"/>
                </a:solidFill>
                <a:latin typeface="Arial"/>
                <a:ea typeface="Arial"/>
                <a:cs typeface="Arial"/>
              </a:defRPr>
            </a:defPPr>
            <a:lvl1pPr>
              <a:defRPr sz="1800" b="0">
                <a:solidFill>
                  <a:srgbClr val="DDE0E7"/>
                </a:solidFill>
                <a:latin typeface="Arial"/>
                <a:ea typeface="Arial"/>
                <a:cs typeface="Arial"/>
              </a:defRPr>
            </a:lvl1pPr>
            <a:lvl2pPr>
              <a:defRPr sz="1800" b="0">
                <a:solidFill>
                  <a:srgbClr val="DDE0E7"/>
                </a:solidFill>
                <a:latin typeface="Arial"/>
                <a:ea typeface="Arial"/>
                <a:cs typeface="Arial"/>
              </a:defRPr>
            </a:lvl2pPr>
            <a:lvl3pPr>
              <a:defRPr sz="1800" b="0">
                <a:solidFill>
                  <a:srgbClr val="DDE0E7"/>
                </a:solidFill>
                <a:latin typeface="Arial"/>
                <a:ea typeface="Arial"/>
                <a:cs typeface="Arial"/>
              </a:defRPr>
            </a:lvl3pPr>
            <a:lvl4pPr>
              <a:defRPr sz="1800" b="0">
                <a:solidFill>
                  <a:srgbClr val="DDE0E7"/>
                </a:solidFill>
                <a:latin typeface="Arial"/>
                <a:ea typeface="Arial"/>
                <a:cs typeface="Arial"/>
              </a:defRPr>
            </a:lvl4pPr>
            <a:lvl5pPr>
              <a:defRPr sz="1800" b="0">
                <a:solidFill>
                  <a:srgbClr val="DDE0E7"/>
                </a:solidFill>
                <a:latin typeface="Arial"/>
                <a:ea typeface="Arial"/>
                <a:cs typeface="Arial"/>
              </a:defRPr>
            </a:lvl5pPr>
            <a:lvl6pPr>
              <a:defRPr sz="1800" b="0">
                <a:solidFill>
                  <a:srgbClr val="DDE0E7"/>
                </a:solidFill>
                <a:latin typeface="Arial"/>
                <a:ea typeface="Arial"/>
                <a:cs typeface="Arial"/>
              </a:defRPr>
            </a:lvl6pPr>
            <a:lvl7pPr>
              <a:defRPr sz="1800" b="0">
                <a:solidFill>
                  <a:srgbClr val="DDE0E7"/>
                </a:solidFill>
                <a:latin typeface="Arial"/>
                <a:ea typeface="Arial"/>
                <a:cs typeface="Arial"/>
              </a:defRPr>
            </a:lvl7pPr>
            <a:lvl8pPr>
              <a:defRPr sz="1800" b="0">
                <a:solidFill>
                  <a:srgbClr val="DDE0E7"/>
                </a:solidFill>
                <a:latin typeface="Arial"/>
                <a:ea typeface="Arial"/>
                <a:cs typeface="Arial"/>
              </a:defRPr>
            </a:lvl8pPr>
            <a:lvl9pPr>
              <a:defRPr sz="1800" b="0">
                <a:solidFill>
                  <a:srgbClr val="DDE0E7"/>
                </a:solidFill>
                <a:latin typeface="Arial"/>
                <a:ea typeface="Arial"/>
                <a:cs typeface="Arial"/>
              </a:defRPr>
            </a:lvl9pPr>
          </a:lstStyle>
          <a:p xmlns:a="http://schemas.openxmlformats.org/drawingml/2006/main">
            <a:pPr>
              <a:defRPr sz="1800" b="0">
                <a:solidFill>
                  <a:srgbClr val="DDE0E7"/>
                </a:solidFill>
                <a:latin typeface="Arial"/>
                <a:ea typeface="Arial"/>
                <a:cs typeface="Arial"/>
              </a:defRPr>
            </a:pPr>
            <a:r>
              <a:rPr sz="1800" b="0">
                <a:solidFill>
                  <a:srgbClr val="DDE0E7"/>
                </a:solidFill>
                <a:latin typeface="Arial"/>
                <a:ea typeface="Arial"/>
                <a:cs typeface="Arial"/>
              </a:rPr>
              <a:t>Ещё нужны: оценка инженера, командное согласование, репетиция и обратная связь экспертов.</a:t>
            </a:r>
          </a:p>
        </p:txBody>
      </p:sp>
      <p:sp>
        <p:nvSpPr>
          <p:cNvPr id="22" name="Синтетические интервью служат подготовкой к и">
            <a:extLst xmlns:a="http://schemas.openxmlformats.org/drawingml/2006/main">
              <a:ext uri="{FF2B5EF4-FFF2-40B4-BE49-F238E27FC236}">
                <a16:creationId xmlns:a16="http://schemas.microsoft.com/office/drawing/2014/main" id="{FDAE369C-E280-43DD-8352-9E17797EACE0}"/>
              </a:ext>
            </a:extLst>
          </p:cNvPr>
          <p:cNvSpPr>
            <a:spLocks xmlns:a="http://schemas.openxmlformats.org/drawingml/2006/main" noGrp="1"/>
          </p:cNvSpPr>
          <p:nvPr/>
        </p:nvSpPr>
        <p:spPr>
          <a:xfrm xmlns:a="http://schemas.openxmlformats.org/drawingml/2006/main">
            <a:off x="777240" y="6019800"/>
            <a:ext cx="1061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Синтетические интервью служат подготовкой к исследованию. Они не заменяют разговор с заказчиком.</a:t>
            </a:r>
          </a:p>
        </p:txBody>
      </p:sp>
    </p:spTree>
    <p:extLst>
      <p:ext uri="{BB962C8B-B14F-4D97-AF65-F5344CB8AC3E}">
        <p14:creationId xmlns:p14="http://schemas.microsoft.com/office/powerpoint/2010/main" val="2018"/>
      </p:ext>
    </p:extLst>
  </p:cSld>
</p:sld>
</file>

<file path=ppt/slides/slide20.xml><?xml version="1.0" encoding="utf-8"?>
<p:sld xmlns:p="http://schemas.openxmlformats.org/presentationml/2006/main">
  <p:cSld>
    <p:bg>
      <p:bgPr>
        <a:blipFill xmlns:a="http://schemas.openxmlformats.org/drawingml/2006/main" rotWithShape="1">
          <a:blip xmlns:r="http://schemas.openxmlformats.org/officeDocument/2006/relationships" r:embed="Rd1cb2a717d294563">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3B8315-FE39-4254-A021-4F9601EFE135}"/>
              </a:ext>
            </a:extLst>
          </p:cNvPr>
          <p:cNvSpPr>
            <a:spLocks xmlns:a="http://schemas.openxmlformats.org/drawingml/2006/main" noGrp="1"/>
          </p:cNvSpPr>
          <p:nvPr/>
        </p:nvSpPr>
        <p:spPr>
          <a:xfrm xmlns:a="http://schemas.openxmlformats.org/drawingml/2006/main">
            <a:off x="777240" y="548640"/>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2EE6C9"/>
                </a:solidFill>
                <a:latin typeface="Arial"/>
                <a:ea typeface="Arial"/>
                <a:cs typeface="Arial"/>
              </a:defRPr>
            </a:defPPr>
            <a:lvl1pPr>
              <a:defRPr sz="1200" b="1">
                <a:solidFill>
                  <a:srgbClr val="2EE6C9"/>
                </a:solidFill>
                <a:latin typeface="Arial"/>
                <a:ea typeface="Arial"/>
                <a:cs typeface="Arial"/>
              </a:defRPr>
            </a:lvl1pPr>
            <a:lvl2pPr>
              <a:defRPr sz="1200" b="1">
                <a:solidFill>
                  <a:srgbClr val="2EE6C9"/>
                </a:solidFill>
                <a:latin typeface="Arial"/>
                <a:ea typeface="Arial"/>
                <a:cs typeface="Arial"/>
              </a:defRPr>
            </a:lvl2pPr>
            <a:lvl3pPr>
              <a:defRPr sz="1200" b="1">
                <a:solidFill>
                  <a:srgbClr val="2EE6C9"/>
                </a:solidFill>
                <a:latin typeface="Arial"/>
                <a:ea typeface="Arial"/>
                <a:cs typeface="Arial"/>
              </a:defRPr>
            </a:lvl3pPr>
            <a:lvl4pPr>
              <a:defRPr sz="1200" b="1">
                <a:solidFill>
                  <a:srgbClr val="2EE6C9"/>
                </a:solidFill>
                <a:latin typeface="Arial"/>
                <a:ea typeface="Arial"/>
                <a:cs typeface="Arial"/>
              </a:defRPr>
            </a:lvl4pPr>
            <a:lvl5pPr>
              <a:defRPr sz="1200" b="1">
                <a:solidFill>
                  <a:srgbClr val="2EE6C9"/>
                </a:solidFill>
                <a:latin typeface="Arial"/>
                <a:ea typeface="Arial"/>
                <a:cs typeface="Arial"/>
              </a:defRPr>
            </a:lvl5pPr>
            <a:lvl6pPr>
              <a:defRPr sz="1200" b="1">
                <a:solidFill>
                  <a:srgbClr val="2EE6C9"/>
                </a:solidFill>
                <a:latin typeface="Arial"/>
                <a:ea typeface="Arial"/>
                <a:cs typeface="Arial"/>
              </a:defRPr>
            </a:lvl6pPr>
            <a:lvl7pPr>
              <a:defRPr sz="1200" b="1">
                <a:solidFill>
                  <a:srgbClr val="2EE6C9"/>
                </a:solidFill>
                <a:latin typeface="Arial"/>
                <a:ea typeface="Arial"/>
                <a:cs typeface="Arial"/>
              </a:defRPr>
            </a:lvl7pPr>
            <a:lvl8pPr>
              <a:defRPr sz="1200" b="1">
                <a:solidFill>
                  <a:srgbClr val="2EE6C9"/>
                </a:solidFill>
                <a:latin typeface="Arial"/>
                <a:ea typeface="Arial"/>
                <a:cs typeface="Arial"/>
              </a:defRPr>
            </a:lvl8pPr>
            <a:lvl9pPr>
              <a:defRPr sz="1200" b="1">
                <a:solidFill>
                  <a:srgbClr val="2EE6C9"/>
                </a:solidFill>
                <a:latin typeface="Arial"/>
                <a:ea typeface="Arial"/>
                <a:cs typeface="Arial"/>
              </a:defRPr>
            </a:lvl9pPr>
          </a:lstStyle>
          <a:p xmlns:a="http://schemas.openxmlformats.org/drawingml/2006/main">
            <a:pPr marL="0" indent="0" algn="l">
              <a:lnSpc>
                <a:spcPct val="100000"/>
              </a:lnSpc>
              <a:buNone/>
              <a:defRPr sz="1200" b="1">
                <a:solidFill>
                  <a:srgbClr val="2EE6C9"/>
                </a:solidFill>
                <a:latin typeface="Arial"/>
                <a:ea typeface="Arial"/>
                <a:cs typeface="Arial"/>
              </a:defRPr>
            </a:pPr>
            <a:r>
              <a:rPr sz="1200" b="1" spc="300">
                <a:solidFill>
                  <a:srgbClr val="2EE6C9"/>
                </a:solidFill>
                <a:latin typeface="Arial"/>
                <a:ea typeface="Arial"/>
                <a:cs typeface="Arial"/>
              </a:rPr>
              <a:t>МАТЕРИАЛЫ КТ-3</a:t>
            </a:r>
            <a:endParaRPr sz="1200"/>
          </a:p>
        </p:txBody>
      </p:sp>
      <p:sp>
        <p:nvSpPr>
          <p:cNvPr id="3" name="Заголовок">
            <a:extLst xmlns:a="http://schemas.openxmlformats.org/drawingml/2006/main">
              <a:ext uri="{FF2B5EF4-FFF2-40B4-BE49-F238E27FC236}">
                <a16:creationId xmlns:a16="http://schemas.microsoft.com/office/drawing/2014/main" id="{DFF73FF0-4D8C-49FF-8D1A-915FC27F99ED}"/>
              </a:ext>
            </a:extLst>
          </p:cNvPr>
          <p:cNvSpPr>
            <a:spLocks xmlns:a="http://schemas.openxmlformats.org/drawingml/2006/main" noGrp="1"/>
          </p:cNvSpPr>
          <p:nvPr/>
        </p:nvSpPr>
        <p:spPr>
          <a:xfrm xmlns:a="http://schemas.openxmlformats.org/drawingml/2006/main">
            <a:off x="777240" y="841248"/>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3000" b="1">
                <a:solidFill>
                  <a:srgbClr val="F3F4F7"/>
                </a:solidFill>
                <a:latin typeface="Arial"/>
                <a:ea typeface="Arial"/>
                <a:cs typeface="Arial"/>
              </a:defRPr>
            </a:defPPr>
            <a:lvl1pPr>
              <a:defRPr sz="3000" b="1">
                <a:solidFill>
                  <a:srgbClr val="F3F4F7"/>
                </a:solidFill>
                <a:latin typeface="Arial"/>
                <a:ea typeface="Arial"/>
                <a:cs typeface="Arial"/>
              </a:defRPr>
            </a:lvl1pPr>
            <a:lvl2pPr>
              <a:defRPr sz="3000" b="1">
                <a:solidFill>
                  <a:srgbClr val="F3F4F7"/>
                </a:solidFill>
                <a:latin typeface="Arial"/>
                <a:ea typeface="Arial"/>
                <a:cs typeface="Arial"/>
              </a:defRPr>
            </a:lvl2pPr>
            <a:lvl3pPr>
              <a:defRPr sz="3000" b="1">
                <a:solidFill>
                  <a:srgbClr val="F3F4F7"/>
                </a:solidFill>
                <a:latin typeface="Arial"/>
                <a:ea typeface="Arial"/>
                <a:cs typeface="Arial"/>
              </a:defRPr>
            </a:lvl3pPr>
            <a:lvl4pPr>
              <a:defRPr sz="3000" b="1">
                <a:solidFill>
                  <a:srgbClr val="F3F4F7"/>
                </a:solidFill>
                <a:latin typeface="Arial"/>
                <a:ea typeface="Arial"/>
                <a:cs typeface="Arial"/>
              </a:defRPr>
            </a:lvl4pPr>
            <a:lvl5pPr>
              <a:defRPr sz="3000" b="1">
                <a:solidFill>
                  <a:srgbClr val="F3F4F7"/>
                </a:solidFill>
                <a:latin typeface="Arial"/>
                <a:ea typeface="Arial"/>
                <a:cs typeface="Arial"/>
              </a:defRPr>
            </a:lvl5pPr>
            <a:lvl6pPr>
              <a:defRPr sz="3000" b="1">
                <a:solidFill>
                  <a:srgbClr val="F3F4F7"/>
                </a:solidFill>
                <a:latin typeface="Arial"/>
                <a:ea typeface="Arial"/>
                <a:cs typeface="Arial"/>
              </a:defRPr>
            </a:lvl6pPr>
            <a:lvl7pPr>
              <a:defRPr sz="3000" b="1">
                <a:solidFill>
                  <a:srgbClr val="F3F4F7"/>
                </a:solidFill>
                <a:latin typeface="Arial"/>
                <a:ea typeface="Arial"/>
                <a:cs typeface="Arial"/>
              </a:defRPr>
            </a:lvl7pPr>
            <a:lvl8pPr>
              <a:defRPr sz="3000" b="1">
                <a:solidFill>
                  <a:srgbClr val="F3F4F7"/>
                </a:solidFill>
                <a:latin typeface="Arial"/>
                <a:ea typeface="Arial"/>
                <a:cs typeface="Arial"/>
              </a:defRPr>
            </a:lvl8pPr>
            <a:lvl9pPr>
              <a:defRPr sz="3000" b="1">
                <a:solidFill>
                  <a:srgbClr val="F3F4F7"/>
                </a:solidFill>
                <a:latin typeface="Arial"/>
                <a:ea typeface="Arial"/>
                <a:cs typeface="Arial"/>
              </a:defRPr>
            </a:lvl9pPr>
          </a:lstStyle>
          <a:p xmlns:a="http://schemas.openxmlformats.org/drawingml/2006/main">
            <a:pPr marL="0" indent="0">
              <a:buNone/>
              <a:defRPr sz="3000" b="1">
                <a:solidFill>
                  <a:srgbClr val="F3F4F7"/>
                </a:solidFill>
                <a:latin typeface="Arial"/>
                <a:ea typeface="Arial"/>
                <a:cs typeface="Arial"/>
              </a:defRPr>
            </a:pPr>
            <a:r>
              <a:rPr sz="3000" b="1">
                <a:solidFill>
                  <a:srgbClr val="F3F4F7"/>
                </a:solidFill>
                <a:latin typeface="Arial"/>
                <a:ea typeface="Arial"/>
                <a:cs typeface="Arial"/>
              </a:rPr>
              <a:t>Ссылки на все артефакты</a:t>
            </a:r>
            <a:endParaRPr sz="3000"/>
          </a:p>
        </p:txBody>
      </p:sp>
      <p:sp>
        <p:nvSpPr>
          <p:cNvPr id="16" name="Text 14">
            <a:extLst xmlns:a="http://schemas.openxmlformats.org/drawingml/2006/main">
              <a:ext uri="{FF2B5EF4-FFF2-40B4-BE49-F238E27FC236}">
                <a16:creationId xmlns:a16="http://schemas.microsoft.com/office/drawing/2014/main" id="{B5E35320-A607-4636-8E86-B7553C1081AE}"/>
              </a:ext>
            </a:extLst>
          </p:cNvPr>
          <p:cNvSpPr>
            <a:spLocks xmlns:a="http://schemas.openxmlformats.org/drawingml/2006/main" noGrp="1"/>
          </p:cNvSpPr>
          <p:nvPr/>
        </p:nvSpPr>
        <p:spPr>
          <a:xfrm xmlns:a="http://schemas.openxmlformats.org/drawingml/2006/main">
            <a:off x="10607040" y="6272784"/>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defPPr algn="r">
              <a:defRPr sz="1100" b="1">
                <a:solidFill>
                  <a:srgbClr val="A6ABB8"/>
                </a:solidFill>
                <a:latin typeface="Arial"/>
                <a:ea typeface="Arial"/>
                <a:cs typeface="Arial"/>
              </a:defRPr>
            </a:defPPr>
            <a:lvl1pPr algn="r">
              <a:defRPr sz="1100" b="1">
                <a:solidFill>
                  <a:srgbClr val="A6ABB8"/>
                </a:solidFill>
                <a:latin typeface="Arial"/>
                <a:ea typeface="Arial"/>
                <a:cs typeface="Arial"/>
              </a:defRPr>
            </a:lvl1pPr>
            <a:lvl2pPr algn="r">
              <a:defRPr sz="1100" b="1">
                <a:solidFill>
                  <a:srgbClr val="A6ABB8"/>
                </a:solidFill>
                <a:latin typeface="Arial"/>
                <a:ea typeface="Arial"/>
                <a:cs typeface="Arial"/>
              </a:defRPr>
            </a:lvl2pPr>
            <a:lvl3pPr algn="r">
              <a:defRPr sz="1100" b="1">
                <a:solidFill>
                  <a:srgbClr val="A6ABB8"/>
                </a:solidFill>
                <a:latin typeface="Arial"/>
                <a:ea typeface="Arial"/>
                <a:cs typeface="Arial"/>
              </a:defRPr>
            </a:lvl3pPr>
            <a:lvl4pPr algn="r">
              <a:defRPr sz="1100" b="1">
                <a:solidFill>
                  <a:srgbClr val="A6ABB8"/>
                </a:solidFill>
                <a:latin typeface="Arial"/>
                <a:ea typeface="Arial"/>
                <a:cs typeface="Arial"/>
              </a:defRPr>
            </a:lvl4pPr>
            <a:lvl5pPr algn="r">
              <a:defRPr sz="1100" b="1">
                <a:solidFill>
                  <a:srgbClr val="A6ABB8"/>
                </a:solidFill>
                <a:latin typeface="Arial"/>
                <a:ea typeface="Arial"/>
                <a:cs typeface="Arial"/>
              </a:defRPr>
            </a:lvl5pPr>
            <a:lvl6pPr algn="r">
              <a:defRPr sz="1100" b="1">
                <a:solidFill>
                  <a:srgbClr val="A6ABB8"/>
                </a:solidFill>
                <a:latin typeface="Arial"/>
                <a:ea typeface="Arial"/>
                <a:cs typeface="Arial"/>
              </a:defRPr>
            </a:lvl6pPr>
            <a:lvl7pPr algn="r">
              <a:defRPr sz="1100" b="1">
                <a:solidFill>
                  <a:srgbClr val="A6ABB8"/>
                </a:solidFill>
                <a:latin typeface="Arial"/>
                <a:ea typeface="Arial"/>
                <a:cs typeface="Arial"/>
              </a:defRPr>
            </a:lvl7pPr>
            <a:lvl8pPr algn="r">
              <a:defRPr sz="1100" b="1">
                <a:solidFill>
                  <a:srgbClr val="A6ABB8"/>
                </a:solidFill>
                <a:latin typeface="Arial"/>
                <a:ea typeface="Arial"/>
                <a:cs typeface="Arial"/>
              </a:defRPr>
            </a:lvl8pPr>
            <a:lvl9pPr algn="r">
              <a:defRPr sz="1100" b="1">
                <a:solidFill>
                  <a:srgbClr val="A6ABB8"/>
                </a:solidFill>
                <a:latin typeface="Arial"/>
                <a:ea typeface="Arial"/>
                <a:cs typeface="Arial"/>
              </a:defRPr>
            </a:lvl9pPr>
          </a:lstStyle>
          <a:p xmlns:a="http://schemas.openxmlformats.org/drawingml/2006/main">
            <a:pPr marL="0" indent="0" algn="r">
              <a:lnSpc>
                <a:spcPct val="100000"/>
              </a:lnSpc>
              <a:buNone/>
              <a:defRPr sz="1100" b="1">
                <a:solidFill>
                  <a:srgbClr val="A6ABB8"/>
                </a:solidFill>
                <a:latin typeface="Arial"/>
                <a:ea typeface="Arial"/>
                <a:cs typeface="Arial"/>
              </a:defRPr>
            </a:pPr>
            <a:r>
              <a:rPr sz="1100" b="1">
                <a:solidFill>
                  <a:srgbClr val="A6ABB8"/>
                </a:solidFill>
                <a:latin typeface="Arial"/>
                <a:ea typeface="Arial"/>
                <a:cs typeface="Arial"/>
              </a:rPr>
              <a:t>20</a:t>
            </a:r>
            <a:endParaRPr sz="1100"/>
          </a:p>
        </p:txBody>
      </p:sp>
      <p:sp>
        <p:nvSpPr>
          <p:cNvPr id="17" name="01  Открыть прототип">
            <a:extLst xmlns:a="http://schemas.openxmlformats.org/drawingml/2006/main">
              <a:ext uri="{FF2B5EF4-FFF2-40B4-BE49-F238E27FC236}">
                <a16:creationId xmlns:a16="http://schemas.microsoft.com/office/drawing/2014/main" id="{901A3A49-0CA9-47EE-A845-88CAABA07FC5}"/>
              </a:ext>
            </a:extLst>
          </p:cNvPr>
          <p:cNvSpPr>
            <a:spLocks xmlns:a="http://schemas.openxmlformats.org/drawingml/2006/main" noGrp="1"/>
          </p:cNvSpPr>
          <p:nvPr/>
        </p:nvSpPr>
        <p:spPr>
          <a:xfrm xmlns:a="http://schemas.openxmlformats.org/drawingml/2006/main">
            <a:off x="781050" y="1790700"/>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EE6C9"/>
                </a:solidFill>
                <a:latin typeface="Arial"/>
                <a:ea typeface="Arial"/>
                <a:cs typeface="Arial"/>
              </a:defRPr>
            </a:defPPr>
            <a:lvl1pPr>
              <a:defRPr sz="1875" b="1">
                <a:solidFill>
                  <a:srgbClr val="2EE6C9"/>
                </a:solidFill>
                <a:latin typeface="Arial"/>
                <a:ea typeface="Arial"/>
                <a:cs typeface="Arial"/>
              </a:defRPr>
            </a:lvl1pPr>
            <a:lvl2pPr>
              <a:defRPr sz="1875" b="1">
                <a:solidFill>
                  <a:srgbClr val="2EE6C9"/>
                </a:solidFill>
                <a:latin typeface="Arial"/>
                <a:ea typeface="Arial"/>
                <a:cs typeface="Arial"/>
              </a:defRPr>
            </a:lvl2pPr>
            <a:lvl3pPr>
              <a:defRPr sz="1875" b="1">
                <a:solidFill>
                  <a:srgbClr val="2EE6C9"/>
                </a:solidFill>
                <a:latin typeface="Arial"/>
                <a:ea typeface="Arial"/>
                <a:cs typeface="Arial"/>
              </a:defRPr>
            </a:lvl3pPr>
            <a:lvl4pPr>
              <a:defRPr sz="1875" b="1">
                <a:solidFill>
                  <a:srgbClr val="2EE6C9"/>
                </a:solidFill>
                <a:latin typeface="Arial"/>
                <a:ea typeface="Arial"/>
                <a:cs typeface="Arial"/>
              </a:defRPr>
            </a:lvl4pPr>
            <a:lvl5pPr>
              <a:defRPr sz="1875" b="1">
                <a:solidFill>
                  <a:srgbClr val="2EE6C9"/>
                </a:solidFill>
                <a:latin typeface="Arial"/>
                <a:ea typeface="Arial"/>
                <a:cs typeface="Arial"/>
              </a:defRPr>
            </a:lvl5pPr>
            <a:lvl6pPr>
              <a:defRPr sz="1875" b="1">
                <a:solidFill>
                  <a:srgbClr val="2EE6C9"/>
                </a:solidFill>
                <a:latin typeface="Arial"/>
                <a:ea typeface="Arial"/>
                <a:cs typeface="Arial"/>
              </a:defRPr>
            </a:lvl6pPr>
            <a:lvl7pPr>
              <a:defRPr sz="1875" b="1">
                <a:solidFill>
                  <a:srgbClr val="2EE6C9"/>
                </a:solidFill>
                <a:latin typeface="Arial"/>
                <a:ea typeface="Arial"/>
                <a:cs typeface="Arial"/>
              </a:defRPr>
            </a:lvl7pPr>
            <a:lvl8pPr>
              <a:defRPr sz="1875" b="1">
                <a:solidFill>
                  <a:srgbClr val="2EE6C9"/>
                </a:solidFill>
                <a:latin typeface="Arial"/>
                <a:ea typeface="Arial"/>
                <a:cs typeface="Arial"/>
              </a:defRPr>
            </a:lvl8pPr>
            <a:lvl9pPr>
              <a:defRPr sz="1875" b="1">
                <a:solidFill>
                  <a:srgbClr val="2EE6C9"/>
                </a:solidFill>
                <a:latin typeface="Arial"/>
                <a:ea typeface="Arial"/>
                <a:cs typeface="Arial"/>
              </a:defRPr>
            </a:lvl9pPr>
          </a:lstStyle>
          <a:p xmlns:a="http://schemas.openxmlformats.org/drawingml/2006/main">
            <a:pPr>
              <a:defRPr sz="1875" b="1">
                <a:solidFill>
                  <a:srgbClr val="2EE6C9"/>
                </a:solidFill>
                <a:latin typeface="Arial"/>
                <a:ea typeface="Arial"/>
                <a:cs typeface="Arial"/>
              </a:defRPr>
            </a:pPr>
            <a:r>
              <a:rPr sz="1875" b="1">
                <a:solidFill>
                  <a:srgbClr val="2EE6C9"/>
                </a:solidFill>
                <a:latin typeface="Arial"/>
                <a:ea typeface="Arial"/>
                <a:cs typeface="Arial"/>
                <a:hlinkClick xmlns:r="http://schemas.openxmlformats.org/officeDocument/2006/relationships" r:id="R3c9642bd0fc54457"/>
              </a:rPr>
              <a:t>01  Открыть прототип</a:t>
            </a:r>
          </a:p>
        </p:txBody>
      </p:sp>
      <p:sp>
        <p:nvSpPr>
          <p:cNvPr id="18" name="Работающая версия в браузере">
            <a:extLst xmlns:a="http://schemas.openxmlformats.org/drawingml/2006/main">
              <a:ext uri="{FF2B5EF4-FFF2-40B4-BE49-F238E27FC236}">
                <a16:creationId xmlns:a16="http://schemas.microsoft.com/office/drawing/2014/main" id="{0D20F2D5-4BC4-4C89-92CF-530C6B4B2C67}"/>
              </a:ext>
            </a:extLst>
          </p:cNvPr>
          <p:cNvSpPr>
            <a:spLocks xmlns:a="http://schemas.openxmlformats.org/drawingml/2006/main" noGrp="1"/>
          </p:cNvSpPr>
          <p:nvPr/>
        </p:nvSpPr>
        <p:spPr>
          <a:xfrm xmlns:a="http://schemas.openxmlformats.org/drawingml/2006/main">
            <a:off x="6534150" y="18192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DE0E7"/>
                </a:solidFill>
                <a:latin typeface="Arial"/>
                <a:ea typeface="Arial"/>
                <a:cs typeface="Arial"/>
              </a:defRPr>
            </a:defPPr>
            <a:lvl1pPr>
              <a:defRPr sz="1575" b="0">
                <a:solidFill>
                  <a:srgbClr val="DDE0E7"/>
                </a:solidFill>
                <a:latin typeface="Arial"/>
                <a:ea typeface="Arial"/>
                <a:cs typeface="Arial"/>
              </a:defRPr>
            </a:lvl1pPr>
            <a:lvl2pPr>
              <a:defRPr sz="1575" b="0">
                <a:solidFill>
                  <a:srgbClr val="DDE0E7"/>
                </a:solidFill>
                <a:latin typeface="Arial"/>
                <a:ea typeface="Arial"/>
                <a:cs typeface="Arial"/>
              </a:defRPr>
            </a:lvl2pPr>
            <a:lvl3pPr>
              <a:defRPr sz="1575" b="0">
                <a:solidFill>
                  <a:srgbClr val="DDE0E7"/>
                </a:solidFill>
                <a:latin typeface="Arial"/>
                <a:ea typeface="Arial"/>
                <a:cs typeface="Arial"/>
              </a:defRPr>
            </a:lvl3pPr>
            <a:lvl4pPr>
              <a:defRPr sz="1575" b="0">
                <a:solidFill>
                  <a:srgbClr val="DDE0E7"/>
                </a:solidFill>
                <a:latin typeface="Arial"/>
                <a:ea typeface="Arial"/>
                <a:cs typeface="Arial"/>
              </a:defRPr>
            </a:lvl4pPr>
            <a:lvl5pPr>
              <a:defRPr sz="1575" b="0">
                <a:solidFill>
                  <a:srgbClr val="DDE0E7"/>
                </a:solidFill>
                <a:latin typeface="Arial"/>
                <a:ea typeface="Arial"/>
                <a:cs typeface="Arial"/>
              </a:defRPr>
            </a:lvl5pPr>
            <a:lvl6pPr>
              <a:defRPr sz="1575" b="0">
                <a:solidFill>
                  <a:srgbClr val="DDE0E7"/>
                </a:solidFill>
                <a:latin typeface="Arial"/>
                <a:ea typeface="Arial"/>
                <a:cs typeface="Arial"/>
              </a:defRPr>
            </a:lvl6pPr>
            <a:lvl7pPr>
              <a:defRPr sz="1575" b="0">
                <a:solidFill>
                  <a:srgbClr val="DDE0E7"/>
                </a:solidFill>
                <a:latin typeface="Arial"/>
                <a:ea typeface="Arial"/>
                <a:cs typeface="Arial"/>
              </a:defRPr>
            </a:lvl7pPr>
            <a:lvl8pPr>
              <a:defRPr sz="1575" b="0">
                <a:solidFill>
                  <a:srgbClr val="DDE0E7"/>
                </a:solidFill>
                <a:latin typeface="Arial"/>
                <a:ea typeface="Arial"/>
                <a:cs typeface="Arial"/>
              </a:defRPr>
            </a:lvl8pPr>
            <a:lvl9pPr>
              <a:defRPr sz="1575" b="0">
                <a:solidFill>
                  <a:srgbClr val="DDE0E7"/>
                </a:solidFill>
                <a:latin typeface="Arial"/>
                <a:ea typeface="Arial"/>
                <a:cs typeface="Arial"/>
              </a:defRPr>
            </a:lvl9pPr>
          </a:lstStyle>
          <a:p xmlns:a="http://schemas.openxmlformats.org/drawingml/2006/main">
            <a:pPr>
              <a:defRPr sz="1575" b="0">
                <a:solidFill>
                  <a:srgbClr val="DDE0E7"/>
                </a:solidFill>
                <a:latin typeface="Arial"/>
                <a:ea typeface="Arial"/>
                <a:cs typeface="Arial"/>
              </a:defRPr>
            </a:pPr>
            <a:r>
              <a:rPr sz="1575" b="0">
                <a:solidFill>
                  <a:srgbClr val="DDE0E7"/>
                </a:solidFill>
                <a:latin typeface="Arial"/>
                <a:ea typeface="Arial"/>
                <a:cs typeface="Arial"/>
              </a:rPr>
              <a:t>Работающая версия в браузере</a:t>
            </a:r>
          </a:p>
        </p:txBody>
      </p:sp>
      <p:sp>
        <p:nvSpPr>
          <p:cNvPr id="19" name="02  Карта USM">
            <a:extLst xmlns:a="http://schemas.openxmlformats.org/drawingml/2006/main">
              <a:ext uri="{FF2B5EF4-FFF2-40B4-BE49-F238E27FC236}">
                <a16:creationId xmlns:a16="http://schemas.microsoft.com/office/drawing/2014/main" id="{D8CAF941-6FE9-4585-9BD7-33D0C1F16A34}"/>
              </a:ext>
            </a:extLst>
          </p:cNvPr>
          <p:cNvSpPr>
            <a:spLocks xmlns:a="http://schemas.openxmlformats.org/drawingml/2006/main" noGrp="1"/>
          </p:cNvSpPr>
          <p:nvPr/>
        </p:nvSpPr>
        <p:spPr>
          <a:xfrm xmlns:a="http://schemas.openxmlformats.org/drawingml/2006/main">
            <a:off x="781050" y="235267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EE6C9"/>
                </a:solidFill>
                <a:latin typeface="Arial"/>
                <a:ea typeface="Arial"/>
                <a:cs typeface="Arial"/>
              </a:defRPr>
            </a:defPPr>
            <a:lvl1pPr>
              <a:defRPr sz="1875" b="1">
                <a:solidFill>
                  <a:srgbClr val="2EE6C9"/>
                </a:solidFill>
                <a:latin typeface="Arial"/>
                <a:ea typeface="Arial"/>
                <a:cs typeface="Arial"/>
              </a:defRPr>
            </a:lvl1pPr>
            <a:lvl2pPr>
              <a:defRPr sz="1875" b="1">
                <a:solidFill>
                  <a:srgbClr val="2EE6C9"/>
                </a:solidFill>
                <a:latin typeface="Arial"/>
                <a:ea typeface="Arial"/>
                <a:cs typeface="Arial"/>
              </a:defRPr>
            </a:lvl2pPr>
            <a:lvl3pPr>
              <a:defRPr sz="1875" b="1">
                <a:solidFill>
                  <a:srgbClr val="2EE6C9"/>
                </a:solidFill>
                <a:latin typeface="Arial"/>
                <a:ea typeface="Arial"/>
                <a:cs typeface="Arial"/>
              </a:defRPr>
            </a:lvl3pPr>
            <a:lvl4pPr>
              <a:defRPr sz="1875" b="1">
                <a:solidFill>
                  <a:srgbClr val="2EE6C9"/>
                </a:solidFill>
                <a:latin typeface="Arial"/>
                <a:ea typeface="Arial"/>
                <a:cs typeface="Arial"/>
              </a:defRPr>
            </a:lvl4pPr>
            <a:lvl5pPr>
              <a:defRPr sz="1875" b="1">
                <a:solidFill>
                  <a:srgbClr val="2EE6C9"/>
                </a:solidFill>
                <a:latin typeface="Arial"/>
                <a:ea typeface="Arial"/>
                <a:cs typeface="Arial"/>
              </a:defRPr>
            </a:lvl5pPr>
            <a:lvl6pPr>
              <a:defRPr sz="1875" b="1">
                <a:solidFill>
                  <a:srgbClr val="2EE6C9"/>
                </a:solidFill>
                <a:latin typeface="Arial"/>
                <a:ea typeface="Arial"/>
                <a:cs typeface="Arial"/>
              </a:defRPr>
            </a:lvl6pPr>
            <a:lvl7pPr>
              <a:defRPr sz="1875" b="1">
                <a:solidFill>
                  <a:srgbClr val="2EE6C9"/>
                </a:solidFill>
                <a:latin typeface="Arial"/>
                <a:ea typeface="Arial"/>
                <a:cs typeface="Arial"/>
              </a:defRPr>
            </a:lvl7pPr>
            <a:lvl8pPr>
              <a:defRPr sz="1875" b="1">
                <a:solidFill>
                  <a:srgbClr val="2EE6C9"/>
                </a:solidFill>
                <a:latin typeface="Arial"/>
                <a:ea typeface="Arial"/>
                <a:cs typeface="Arial"/>
              </a:defRPr>
            </a:lvl8pPr>
            <a:lvl9pPr>
              <a:defRPr sz="1875" b="1">
                <a:solidFill>
                  <a:srgbClr val="2EE6C9"/>
                </a:solidFill>
                <a:latin typeface="Arial"/>
                <a:ea typeface="Arial"/>
                <a:cs typeface="Arial"/>
              </a:defRPr>
            </a:lvl9pPr>
          </a:lstStyle>
          <a:p xmlns:a="http://schemas.openxmlformats.org/drawingml/2006/main">
            <a:pPr>
              <a:defRPr sz="1875" b="1">
                <a:solidFill>
                  <a:srgbClr val="2EE6C9"/>
                </a:solidFill>
                <a:latin typeface="Arial"/>
                <a:ea typeface="Arial"/>
                <a:cs typeface="Arial"/>
              </a:defRPr>
            </a:pPr>
            <a:r>
              <a:rPr sz="1875" b="1">
                <a:solidFill>
                  <a:srgbClr val="2EE6C9"/>
                </a:solidFill>
                <a:latin typeface="Arial"/>
                <a:ea typeface="Arial"/>
                <a:cs typeface="Arial"/>
                <a:hlinkClick xmlns:r="http://schemas.openxmlformats.org/officeDocument/2006/relationships" r:id="R75cbe842ae9945f4"/>
              </a:rPr>
              <a:t>02  Карта USM</a:t>
            </a:r>
          </a:p>
        </p:txBody>
      </p:sp>
      <p:sp>
        <p:nvSpPr>
          <p:cNvPr id="20" name="Действия, ответы, варианты и возвраты">
            <a:extLst xmlns:a="http://schemas.openxmlformats.org/drawingml/2006/main">
              <a:ext uri="{FF2B5EF4-FFF2-40B4-BE49-F238E27FC236}">
                <a16:creationId xmlns:a16="http://schemas.microsoft.com/office/drawing/2014/main" id="{F6293316-704F-4419-8607-E78068B2B186}"/>
              </a:ext>
            </a:extLst>
          </p:cNvPr>
          <p:cNvSpPr>
            <a:spLocks xmlns:a="http://schemas.openxmlformats.org/drawingml/2006/main" noGrp="1"/>
          </p:cNvSpPr>
          <p:nvPr/>
        </p:nvSpPr>
        <p:spPr>
          <a:xfrm xmlns:a="http://schemas.openxmlformats.org/drawingml/2006/main">
            <a:off x="6534150" y="23812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DE0E7"/>
                </a:solidFill>
                <a:latin typeface="Arial"/>
                <a:ea typeface="Arial"/>
                <a:cs typeface="Arial"/>
              </a:defRPr>
            </a:defPPr>
            <a:lvl1pPr>
              <a:defRPr sz="1575" b="0">
                <a:solidFill>
                  <a:srgbClr val="DDE0E7"/>
                </a:solidFill>
                <a:latin typeface="Arial"/>
                <a:ea typeface="Arial"/>
                <a:cs typeface="Arial"/>
              </a:defRPr>
            </a:lvl1pPr>
            <a:lvl2pPr>
              <a:defRPr sz="1575" b="0">
                <a:solidFill>
                  <a:srgbClr val="DDE0E7"/>
                </a:solidFill>
                <a:latin typeface="Arial"/>
                <a:ea typeface="Arial"/>
                <a:cs typeface="Arial"/>
              </a:defRPr>
            </a:lvl2pPr>
            <a:lvl3pPr>
              <a:defRPr sz="1575" b="0">
                <a:solidFill>
                  <a:srgbClr val="DDE0E7"/>
                </a:solidFill>
                <a:latin typeface="Arial"/>
                <a:ea typeface="Arial"/>
                <a:cs typeface="Arial"/>
              </a:defRPr>
            </a:lvl3pPr>
            <a:lvl4pPr>
              <a:defRPr sz="1575" b="0">
                <a:solidFill>
                  <a:srgbClr val="DDE0E7"/>
                </a:solidFill>
                <a:latin typeface="Arial"/>
                <a:ea typeface="Arial"/>
                <a:cs typeface="Arial"/>
              </a:defRPr>
            </a:lvl4pPr>
            <a:lvl5pPr>
              <a:defRPr sz="1575" b="0">
                <a:solidFill>
                  <a:srgbClr val="DDE0E7"/>
                </a:solidFill>
                <a:latin typeface="Arial"/>
                <a:ea typeface="Arial"/>
                <a:cs typeface="Arial"/>
              </a:defRPr>
            </a:lvl5pPr>
            <a:lvl6pPr>
              <a:defRPr sz="1575" b="0">
                <a:solidFill>
                  <a:srgbClr val="DDE0E7"/>
                </a:solidFill>
                <a:latin typeface="Arial"/>
                <a:ea typeface="Arial"/>
                <a:cs typeface="Arial"/>
              </a:defRPr>
            </a:lvl6pPr>
            <a:lvl7pPr>
              <a:defRPr sz="1575" b="0">
                <a:solidFill>
                  <a:srgbClr val="DDE0E7"/>
                </a:solidFill>
                <a:latin typeface="Arial"/>
                <a:ea typeface="Arial"/>
                <a:cs typeface="Arial"/>
              </a:defRPr>
            </a:lvl7pPr>
            <a:lvl8pPr>
              <a:defRPr sz="1575" b="0">
                <a:solidFill>
                  <a:srgbClr val="DDE0E7"/>
                </a:solidFill>
                <a:latin typeface="Arial"/>
                <a:ea typeface="Arial"/>
                <a:cs typeface="Arial"/>
              </a:defRPr>
            </a:lvl8pPr>
            <a:lvl9pPr>
              <a:defRPr sz="1575" b="0">
                <a:solidFill>
                  <a:srgbClr val="DDE0E7"/>
                </a:solidFill>
                <a:latin typeface="Arial"/>
                <a:ea typeface="Arial"/>
                <a:cs typeface="Arial"/>
              </a:defRPr>
            </a:lvl9pPr>
          </a:lstStyle>
          <a:p xmlns:a="http://schemas.openxmlformats.org/drawingml/2006/main">
            <a:pPr>
              <a:defRPr sz="1575" b="0">
                <a:solidFill>
                  <a:srgbClr val="DDE0E7"/>
                </a:solidFill>
                <a:latin typeface="Arial"/>
                <a:ea typeface="Arial"/>
                <a:cs typeface="Arial"/>
              </a:defRPr>
            </a:pPr>
            <a:r>
              <a:rPr sz="1575" b="0">
                <a:solidFill>
                  <a:srgbClr val="DDE0E7"/>
                </a:solidFill>
                <a:latin typeface="Arial"/>
                <a:ea typeface="Arial"/>
                <a:cs typeface="Arial"/>
              </a:rPr>
              <a:t>Действия, ответы, варианты и возвраты</a:t>
            </a:r>
          </a:p>
        </p:txBody>
      </p:sp>
      <p:sp>
        <p:nvSpPr>
          <p:cNvPr id="21" name="03  Задачи и сценарии">
            <a:extLst xmlns:a="http://schemas.openxmlformats.org/drawingml/2006/main">
              <a:ext uri="{FF2B5EF4-FFF2-40B4-BE49-F238E27FC236}">
                <a16:creationId xmlns:a16="http://schemas.microsoft.com/office/drawing/2014/main" id="{05B28081-932F-48B6-BD6C-0D5FEBE04B9F}"/>
              </a:ext>
            </a:extLst>
          </p:cNvPr>
          <p:cNvSpPr>
            <a:spLocks xmlns:a="http://schemas.openxmlformats.org/drawingml/2006/main" noGrp="1"/>
          </p:cNvSpPr>
          <p:nvPr/>
        </p:nvSpPr>
        <p:spPr>
          <a:xfrm xmlns:a="http://schemas.openxmlformats.org/drawingml/2006/main">
            <a:off x="781050" y="2914650"/>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EE6C9"/>
                </a:solidFill>
                <a:latin typeface="Arial"/>
                <a:ea typeface="Arial"/>
                <a:cs typeface="Arial"/>
              </a:defRPr>
            </a:defPPr>
            <a:lvl1pPr>
              <a:defRPr sz="1875" b="1">
                <a:solidFill>
                  <a:srgbClr val="2EE6C9"/>
                </a:solidFill>
                <a:latin typeface="Arial"/>
                <a:ea typeface="Arial"/>
                <a:cs typeface="Arial"/>
              </a:defRPr>
            </a:lvl1pPr>
            <a:lvl2pPr>
              <a:defRPr sz="1875" b="1">
                <a:solidFill>
                  <a:srgbClr val="2EE6C9"/>
                </a:solidFill>
                <a:latin typeface="Arial"/>
                <a:ea typeface="Arial"/>
                <a:cs typeface="Arial"/>
              </a:defRPr>
            </a:lvl2pPr>
            <a:lvl3pPr>
              <a:defRPr sz="1875" b="1">
                <a:solidFill>
                  <a:srgbClr val="2EE6C9"/>
                </a:solidFill>
                <a:latin typeface="Arial"/>
                <a:ea typeface="Arial"/>
                <a:cs typeface="Arial"/>
              </a:defRPr>
            </a:lvl3pPr>
            <a:lvl4pPr>
              <a:defRPr sz="1875" b="1">
                <a:solidFill>
                  <a:srgbClr val="2EE6C9"/>
                </a:solidFill>
                <a:latin typeface="Arial"/>
                <a:ea typeface="Arial"/>
                <a:cs typeface="Arial"/>
              </a:defRPr>
            </a:lvl4pPr>
            <a:lvl5pPr>
              <a:defRPr sz="1875" b="1">
                <a:solidFill>
                  <a:srgbClr val="2EE6C9"/>
                </a:solidFill>
                <a:latin typeface="Arial"/>
                <a:ea typeface="Arial"/>
                <a:cs typeface="Arial"/>
              </a:defRPr>
            </a:lvl5pPr>
            <a:lvl6pPr>
              <a:defRPr sz="1875" b="1">
                <a:solidFill>
                  <a:srgbClr val="2EE6C9"/>
                </a:solidFill>
                <a:latin typeface="Arial"/>
                <a:ea typeface="Arial"/>
                <a:cs typeface="Arial"/>
              </a:defRPr>
            </a:lvl6pPr>
            <a:lvl7pPr>
              <a:defRPr sz="1875" b="1">
                <a:solidFill>
                  <a:srgbClr val="2EE6C9"/>
                </a:solidFill>
                <a:latin typeface="Arial"/>
                <a:ea typeface="Arial"/>
                <a:cs typeface="Arial"/>
              </a:defRPr>
            </a:lvl7pPr>
            <a:lvl8pPr>
              <a:defRPr sz="1875" b="1">
                <a:solidFill>
                  <a:srgbClr val="2EE6C9"/>
                </a:solidFill>
                <a:latin typeface="Arial"/>
                <a:ea typeface="Arial"/>
                <a:cs typeface="Arial"/>
              </a:defRPr>
            </a:lvl8pPr>
            <a:lvl9pPr>
              <a:defRPr sz="1875" b="1">
                <a:solidFill>
                  <a:srgbClr val="2EE6C9"/>
                </a:solidFill>
                <a:latin typeface="Arial"/>
                <a:ea typeface="Arial"/>
                <a:cs typeface="Arial"/>
              </a:defRPr>
            </a:lvl9pPr>
          </a:lstStyle>
          <a:p xmlns:a="http://schemas.openxmlformats.org/drawingml/2006/main">
            <a:pPr>
              <a:defRPr sz="1875" b="1">
                <a:solidFill>
                  <a:srgbClr val="2EE6C9"/>
                </a:solidFill>
                <a:latin typeface="Arial"/>
                <a:ea typeface="Arial"/>
                <a:cs typeface="Arial"/>
              </a:defRPr>
            </a:pPr>
            <a:r>
              <a:rPr sz="1875" b="1">
                <a:solidFill>
                  <a:srgbClr val="2EE6C9"/>
                </a:solidFill>
                <a:latin typeface="Arial"/>
                <a:ea typeface="Arial"/>
                <a:cs typeface="Arial"/>
                <a:hlinkClick xmlns:r="http://schemas.openxmlformats.org/officeDocument/2006/relationships" r:id="Re0cca204268c465d"/>
              </a:rPr>
              <a:t>03  Задачи и сценарии</a:t>
            </a:r>
          </a:p>
        </p:txBody>
      </p:sp>
      <p:sp>
        <p:nvSpPr>
          <p:cNvPr id="22" name="Основной путь и ветки с ошибками">
            <a:extLst xmlns:a="http://schemas.openxmlformats.org/drawingml/2006/main">
              <a:ext uri="{FF2B5EF4-FFF2-40B4-BE49-F238E27FC236}">
                <a16:creationId xmlns:a16="http://schemas.microsoft.com/office/drawing/2014/main" id="{8AA8404C-2AE6-4990-8DC8-B5E6531C725A}"/>
              </a:ext>
            </a:extLst>
          </p:cNvPr>
          <p:cNvSpPr>
            <a:spLocks xmlns:a="http://schemas.openxmlformats.org/drawingml/2006/main" noGrp="1"/>
          </p:cNvSpPr>
          <p:nvPr/>
        </p:nvSpPr>
        <p:spPr>
          <a:xfrm xmlns:a="http://schemas.openxmlformats.org/drawingml/2006/main">
            <a:off x="6534150" y="29432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DE0E7"/>
                </a:solidFill>
                <a:latin typeface="Arial"/>
                <a:ea typeface="Arial"/>
                <a:cs typeface="Arial"/>
              </a:defRPr>
            </a:defPPr>
            <a:lvl1pPr>
              <a:defRPr sz="1575" b="0">
                <a:solidFill>
                  <a:srgbClr val="DDE0E7"/>
                </a:solidFill>
                <a:latin typeface="Arial"/>
                <a:ea typeface="Arial"/>
                <a:cs typeface="Arial"/>
              </a:defRPr>
            </a:lvl1pPr>
            <a:lvl2pPr>
              <a:defRPr sz="1575" b="0">
                <a:solidFill>
                  <a:srgbClr val="DDE0E7"/>
                </a:solidFill>
                <a:latin typeface="Arial"/>
                <a:ea typeface="Arial"/>
                <a:cs typeface="Arial"/>
              </a:defRPr>
            </a:lvl2pPr>
            <a:lvl3pPr>
              <a:defRPr sz="1575" b="0">
                <a:solidFill>
                  <a:srgbClr val="DDE0E7"/>
                </a:solidFill>
                <a:latin typeface="Arial"/>
                <a:ea typeface="Arial"/>
                <a:cs typeface="Arial"/>
              </a:defRPr>
            </a:lvl3pPr>
            <a:lvl4pPr>
              <a:defRPr sz="1575" b="0">
                <a:solidFill>
                  <a:srgbClr val="DDE0E7"/>
                </a:solidFill>
                <a:latin typeface="Arial"/>
                <a:ea typeface="Arial"/>
                <a:cs typeface="Arial"/>
              </a:defRPr>
            </a:lvl4pPr>
            <a:lvl5pPr>
              <a:defRPr sz="1575" b="0">
                <a:solidFill>
                  <a:srgbClr val="DDE0E7"/>
                </a:solidFill>
                <a:latin typeface="Arial"/>
                <a:ea typeface="Arial"/>
                <a:cs typeface="Arial"/>
              </a:defRPr>
            </a:lvl5pPr>
            <a:lvl6pPr>
              <a:defRPr sz="1575" b="0">
                <a:solidFill>
                  <a:srgbClr val="DDE0E7"/>
                </a:solidFill>
                <a:latin typeface="Arial"/>
                <a:ea typeface="Arial"/>
                <a:cs typeface="Arial"/>
              </a:defRPr>
            </a:lvl6pPr>
            <a:lvl7pPr>
              <a:defRPr sz="1575" b="0">
                <a:solidFill>
                  <a:srgbClr val="DDE0E7"/>
                </a:solidFill>
                <a:latin typeface="Arial"/>
                <a:ea typeface="Arial"/>
                <a:cs typeface="Arial"/>
              </a:defRPr>
            </a:lvl7pPr>
            <a:lvl8pPr>
              <a:defRPr sz="1575" b="0">
                <a:solidFill>
                  <a:srgbClr val="DDE0E7"/>
                </a:solidFill>
                <a:latin typeface="Arial"/>
                <a:ea typeface="Arial"/>
                <a:cs typeface="Arial"/>
              </a:defRPr>
            </a:lvl8pPr>
            <a:lvl9pPr>
              <a:defRPr sz="1575" b="0">
                <a:solidFill>
                  <a:srgbClr val="DDE0E7"/>
                </a:solidFill>
                <a:latin typeface="Arial"/>
                <a:ea typeface="Arial"/>
                <a:cs typeface="Arial"/>
              </a:defRPr>
            </a:lvl9pPr>
          </a:lstStyle>
          <a:p xmlns:a="http://schemas.openxmlformats.org/drawingml/2006/main">
            <a:pPr>
              <a:defRPr sz="1575" b="0">
                <a:solidFill>
                  <a:srgbClr val="DDE0E7"/>
                </a:solidFill>
                <a:latin typeface="Arial"/>
                <a:ea typeface="Arial"/>
                <a:cs typeface="Arial"/>
              </a:defRPr>
            </a:pPr>
            <a:r>
              <a:rPr sz="1575" b="0">
                <a:solidFill>
                  <a:srgbClr val="DDE0E7"/>
                </a:solidFill>
                <a:latin typeface="Arial"/>
                <a:ea typeface="Arial"/>
                <a:cs typeface="Arial"/>
              </a:rPr>
              <a:t>Основной путь и ветки с ошибками</a:t>
            </a:r>
          </a:p>
        </p:txBody>
      </p:sp>
      <p:sp>
        <p:nvSpPr>
          <p:cNvPr id="23" name="04  Функциональные требования">
            <a:extLst xmlns:a="http://schemas.openxmlformats.org/drawingml/2006/main">
              <a:ext uri="{FF2B5EF4-FFF2-40B4-BE49-F238E27FC236}">
                <a16:creationId xmlns:a16="http://schemas.microsoft.com/office/drawing/2014/main" id="{62C310B7-8DF7-4887-AADB-55DA18135D51}"/>
              </a:ext>
            </a:extLst>
          </p:cNvPr>
          <p:cNvSpPr>
            <a:spLocks xmlns:a="http://schemas.openxmlformats.org/drawingml/2006/main" noGrp="1"/>
          </p:cNvSpPr>
          <p:nvPr/>
        </p:nvSpPr>
        <p:spPr>
          <a:xfrm xmlns:a="http://schemas.openxmlformats.org/drawingml/2006/main">
            <a:off x="781050" y="347662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EE6C9"/>
                </a:solidFill>
                <a:latin typeface="Arial"/>
                <a:ea typeface="Arial"/>
                <a:cs typeface="Arial"/>
              </a:defRPr>
            </a:defPPr>
            <a:lvl1pPr>
              <a:defRPr sz="1875" b="1">
                <a:solidFill>
                  <a:srgbClr val="2EE6C9"/>
                </a:solidFill>
                <a:latin typeface="Arial"/>
                <a:ea typeface="Arial"/>
                <a:cs typeface="Arial"/>
              </a:defRPr>
            </a:lvl1pPr>
            <a:lvl2pPr>
              <a:defRPr sz="1875" b="1">
                <a:solidFill>
                  <a:srgbClr val="2EE6C9"/>
                </a:solidFill>
                <a:latin typeface="Arial"/>
                <a:ea typeface="Arial"/>
                <a:cs typeface="Arial"/>
              </a:defRPr>
            </a:lvl2pPr>
            <a:lvl3pPr>
              <a:defRPr sz="1875" b="1">
                <a:solidFill>
                  <a:srgbClr val="2EE6C9"/>
                </a:solidFill>
                <a:latin typeface="Arial"/>
                <a:ea typeface="Arial"/>
                <a:cs typeface="Arial"/>
              </a:defRPr>
            </a:lvl3pPr>
            <a:lvl4pPr>
              <a:defRPr sz="1875" b="1">
                <a:solidFill>
                  <a:srgbClr val="2EE6C9"/>
                </a:solidFill>
                <a:latin typeface="Arial"/>
                <a:ea typeface="Arial"/>
                <a:cs typeface="Arial"/>
              </a:defRPr>
            </a:lvl4pPr>
            <a:lvl5pPr>
              <a:defRPr sz="1875" b="1">
                <a:solidFill>
                  <a:srgbClr val="2EE6C9"/>
                </a:solidFill>
                <a:latin typeface="Arial"/>
                <a:ea typeface="Arial"/>
                <a:cs typeface="Arial"/>
              </a:defRPr>
            </a:lvl5pPr>
            <a:lvl6pPr>
              <a:defRPr sz="1875" b="1">
                <a:solidFill>
                  <a:srgbClr val="2EE6C9"/>
                </a:solidFill>
                <a:latin typeface="Arial"/>
                <a:ea typeface="Arial"/>
                <a:cs typeface="Arial"/>
              </a:defRPr>
            </a:lvl6pPr>
            <a:lvl7pPr>
              <a:defRPr sz="1875" b="1">
                <a:solidFill>
                  <a:srgbClr val="2EE6C9"/>
                </a:solidFill>
                <a:latin typeface="Arial"/>
                <a:ea typeface="Arial"/>
                <a:cs typeface="Arial"/>
              </a:defRPr>
            </a:lvl7pPr>
            <a:lvl8pPr>
              <a:defRPr sz="1875" b="1">
                <a:solidFill>
                  <a:srgbClr val="2EE6C9"/>
                </a:solidFill>
                <a:latin typeface="Arial"/>
                <a:ea typeface="Arial"/>
                <a:cs typeface="Arial"/>
              </a:defRPr>
            </a:lvl8pPr>
            <a:lvl9pPr>
              <a:defRPr sz="1875" b="1">
                <a:solidFill>
                  <a:srgbClr val="2EE6C9"/>
                </a:solidFill>
                <a:latin typeface="Arial"/>
                <a:ea typeface="Arial"/>
                <a:cs typeface="Arial"/>
              </a:defRPr>
            </a:lvl9pPr>
          </a:lstStyle>
          <a:p xmlns:a="http://schemas.openxmlformats.org/drawingml/2006/main">
            <a:pPr>
              <a:defRPr sz="1875" b="1">
                <a:solidFill>
                  <a:srgbClr val="2EE6C9"/>
                </a:solidFill>
                <a:latin typeface="Arial"/>
                <a:ea typeface="Arial"/>
                <a:cs typeface="Arial"/>
              </a:defRPr>
            </a:pPr>
            <a:r>
              <a:rPr sz="1875" b="1">
                <a:solidFill>
                  <a:srgbClr val="2EE6C9"/>
                </a:solidFill>
                <a:latin typeface="Arial"/>
                <a:ea typeface="Arial"/>
                <a:cs typeface="Arial"/>
                <a:hlinkClick xmlns:r="http://schemas.openxmlformats.org/officeDocument/2006/relationships" r:id="R80752eabc95343a1"/>
              </a:rPr>
              <a:t>04  Функциональные требования</a:t>
            </a:r>
          </a:p>
        </p:txBody>
      </p:sp>
      <p:sp>
        <p:nvSpPr>
          <p:cNvPr id="24" name="PF1–15 и нефункциональные PN1–7">
            <a:extLst xmlns:a="http://schemas.openxmlformats.org/drawingml/2006/main">
              <a:ext uri="{FF2B5EF4-FFF2-40B4-BE49-F238E27FC236}">
                <a16:creationId xmlns:a16="http://schemas.microsoft.com/office/drawing/2014/main" id="{6344684B-151C-4487-A744-E08C4FD70895}"/>
              </a:ext>
            </a:extLst>
          </p:cNvPr>
          <p:cNvSpPr>
            <a:spLocks xmlns:a="http://schemas.openxmlformats.org/drawingml/2006/main" noGrp="1"/>
          </p:cNvSpPr>
          <p:nvPr/>
        </p:nvSpPr>
        <p:spPr>
          <a:xfrm xmlns:a="http://schemas.openxmlformats.org/drawingml/2006/main">
            <a:off x="6534150" y="35052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DE0E7"/>
                </a:solidFill>
                <a:latin typeface="Arial"/>
                <a:ea typeface="Arial"/>
                <a:cs typeface="Arial"/>
              </a:defRPr>
            </a:defPPr>
            <a:lvl1pPr>
              <a:defRPr sz="1575" b="0">
                <a:solidFill>
                  <a:srgbClr val="DDE0E7"/>
                </a:solidFill>
                <a:latin typeface="Arial"/>
                <a:ea typeface="Arial"/>
                <a:cs typeface="Arial"/>
              </a:defRPr>
            </a:lvl1pPr>
            <a:lvl2pPr>
              <a:defRPr sz="1575" b="0">
                <a:solidFill>
                  <a:srgbClr val="DDE0E7"/>
                </a:solidFill>
                <a:latin typeface="Arial"/>
                <a:ea typeface="Arial"/>
                <a:cs typeface="Arial"/>
              </a:defRPr>
            </a:lvl2pPr>
            <a:lvl3pPr>
              <a:defRPr sz="1575" b="0">
                <a:solidFill>
                  <a:srgbClr val="DDE0E7"/>
                </a:solidFill>
                <a:latin typeface="Arial"/>
                <a:ea typeface="Arial"/>
                <a:cs typeface="Arial"/>
              </a:defRPr>
            </a:lvl3pPr>
            <a:lvl4pPr>
              <a:defRPr sz="1575" b="0">
                <a:solidFill>
                  <a:srgbClr val="DDE0E7"/>
                </a:solidFill>
                <a:latin typeface="Arial"/>
                <a:ea typeface="Arial"/>
                <a:cs typeface="Arial"/>
              </a:defRPr>
            </a:lvl4pPr>
            <a:lvl5pPr>
              <a:defRPr sz="1575" b="0">
                <a:solidFill>
                  <a:srgbClr val="DDE0E7"/>
                </a:solidFill>
                <a:latin typeface="Arial"/>
                <a:ea typeface="Arial"/>
                <a:cs typeface="Arial"/>
              </a:defRPr>
            </a:lvl5pPr>
            <a:lvl6pPr>
              <a:defRPr sz="1575" b="0">
                <a:solidFill>
                  <a:srgbClr val="DDE0E7"/>
                </a:solidFill>
                <a:latin typeface="Arial"/>
                <a:ea typeface="Arial"/>
                <a:cs typeface="Arial"/>
              </a:defRPr>
            </a:lvl6pPr>
            <a:lvl7pPr>
              <a:defRPr sz="1575" b="0">
                <a:solidFill>
                  <a:srgbClr val="DDE0E7"/>
                </a:solidFill>
                <a:latin typeface="Arial"/>
                <a:ea typeface="Arial"/>
                <a:cs typeface="Arial"/>
              </a:defRPr>
            </a:lvl7pPr>
            <a:lvl8pPr>
              <a:defRPr sz="1575" b="0">
                <a:solidFill>
                  <a:srgbClr val="DDE0E7"/>
                </a:solidFill>
                <a:latin typeface="Arial"/>
                <a:ea typeface="Arial"/>
                <a:cs typeface="Arial"/>
              </a:defRPr>
            </a:lvl8pPr>
            <a:lvl9pPr>
              <a:defRPr sz="1575" b="0">
                <a:solidFill>
                  <a:srgbClr val="DDE0E7"/>
                </a:solidFill>
                <a:latin typeface="Arial"/>
                <a:ea typeface="Arial"/>
                <a:cs typeface="Arial"/>
              </a:defRPr>
            </a:lvl9pPr>
          </a:lstStyle>
          <a:p xmlns:a="http://schemas.openxmlformats.org/drawingml/2006/main">
            <a:pPr>
              <a:defRPr sz="1575" b="0">
                <a:solidFill>
                  <a:srgbClr val="DDE0E7"/>
                </a:solidFill>
                <a:latin typeface="Arial"/>
                <a:ea typeface="Arial"/>
                <a:cs typeface="Arial"/>
              </a:defRPr>
            </a:pPr>
            <a:r>
              <a:rPr sz="1575" b="0">
                <a:solidFill>
                  <a:srgbClr val="DDE0E7"/>
                </a:solidFill>
                <a:latin typeface="Arial"/>
                <a:ea typeface="Arial"/>
                <a:cs typeface="Arial"/>
              </a:rPr>
              <a:t>PF1–15 и нефункциональные PN1–7</a:t>
            </a:r>
          </a:p>
        </p:txBody>
      </p:sp>
      <p:sp>
        <p:nvSpPr>
          <p:cNvPr id="25" name="05  Проблема и исследования">
            <a:extLst xmlns:a="http://schemas.openxmlformats.org/drawingml/2006/main">
              <a:ext uri="{FF2B5EF4-FFF2-40B4-BE49-F238E27FC236}">
                <a16:creationId xmlns:a16="http://schemas.microsoft.com/office/drawing/2014/main" id="{91066C16-EE8F-4EE9-BD11-5994F0EF2044}"/>
              </a:ext>
            </a:extLst>
          </p:cNvPr>
          <p:cNvSpPr>
            <a:spLocks xmlns:a="http://schemas.openxmlformats.org/drawingml/2006/main" noGrp="1"/>
          </p:cNvSpPr>
          <p:nvPr/>
        </p:nvSpPr>
        <p:spPr>
          <a:xfrm xmlns:a="http://schemas.openxmlformats.org/drawingml/2006/main">
            <a:off x="781050" y="4038600"/>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EE6C9"/>
                </a:solidFill>
                <a:latin typeface="Arial"/>
                <a:ea typeface="Arial"/>
                <a:cs typeface="Arial"/>
              </a:defRPr>
            </a:defPPr>
            <a:lvl1pPr>
              <a:defRPr sz="1875" b="1">
                <a:solidFill>
                  <a:srgbClr val="2EE6C9"/>
                </a:solidFill>
                <a:latin typeface="Arial"/>
                <a:ea typeface="Arial"/>
                <a:cs typeface="Arial"/>
              </a:defRPr>
            </a:lvl1pPr>
            <a:lvl2pPr>
              <a:defRPr sz="1875" b="1">
                <a:solidFill>
                  <a:srgbClr val="2EE6C9"/>
                </a:solidFill>
                <a:latin typeface="Arial"/>
                <a:ea typeface="Arial"/>
                <a:cs typeface="Arial"/>
              </a:defRPr>
            </a:lvl2pPr>
            <a:lvl3pPr>
              <a:defRPr sz="1875" b="1">
                <a:solidFill>
                  <a:srgbClr val="2EE6C9"/>
                </a:solidFill>
                <a:latin typeface="Arial"/>
                <a:ea typeface="Arial"/>
                <a:cs typeface="Arial"/>
              </a:defRPr>
            </a:lvl3pPr>
            <a:lvl4pPr>
              <a:defRPr sz="1875" b="1">
                <a:solidFill>
                  <a:srgbClr val="2EE6C9"/>
                </a:solidFill>
                <a:latin typeface="Arial"/>
                <a:ea typeface="Arial"/>
                <a:cs typeface="Arial"/>
              </a:defRPr>
            </a:lvl4pPr>
            <a:lvl5pPr>
              <a:defRPr sz="1875" b="1">
                <a:solidFill>
                  <a:srgbClr val="2EE6C9"/>
                </a:solidFill>
                <a:latin typeface="Arial"/>
                <a:ea typeface="Arial"/>
                <a:cs typeface="Arial"/>
              </a:defRPr>
            </a:lvl5pPr>
            <a:lvl6pPr>
              <a:defRPr sz="1875" b="1">
                <a:solidFill>
                  <a:srgbClr val="2EE6C9"/>
                </a:solidFill>
                <a:latin typeface="Arial"/>
                <a:ea typeface="Arial"/>
                <a:cs typeface="Arial"/>
              </a:defRPr>
            </a:lvl6pPr>
            <a:lvl7pPr>
              <a:defRPr sz="1875" b="1">
                <a:solidFill>
                  <a:srgbClr val="2EE6C9"/>
                </a:solidFill>
                <a:latin typeface="Arial"/>
                <a:ea typeface="Arial"/>
                <a:cs typeface="Arial"/>
              </a:defRPr>
            </a:lvl7pPr>
            <a:lvl8pPr>
              <a:defRPr sz="1875" b="1">
                <a:solidFill>
                  <a:srgbClr val="2EE6C9"/>
                </a:solidFill>
                <a:latin typeface="Arial"/>
                <a:ea typeface="Arial"/>
                <a:cs typeface="Arial"/>
              </a:defRPr>
            </a:lvl8pPr>
            <a:lvl9pPr>
              <a:defRPr sz="1875" b="1">
                <a:solidFill>
                  <a:srgbClr val="2EE6C9"/>
                </a:solidFill>
                <a:latin typeface="Arial"/>
                <a:ea typeface="Arial"/>
                <a:cs typeface="Arial"/>
              </a:defRPr>
            </a:lvl9pPr>
          </a:lstStyle>
          <a:p xmlns:a="http://schemas.openxmlformats.org/drawingml/2006/main">
            <a:pPr>
              <a:defRPr sz="1875" b="1">
                <a:solidFill>
                  <a:srgbClr val="2EE6C9"/>
                </a:solidFill>
                <a:latin typeface="Arial"/>
                <a:ea typeface="Arial"/>
                <a:cs typeface="Arial"/>
              </a:defRPr>
            </a:pPr>
            <a:r>
              <a:rPr sz="1875" b="1">
                <a:solidFill>
                  <a:srgbClr val="2EE6C9"/>
                </a:solidFill>
                <a:latin typeface="Arial"/>
                <a:ea typeface="Arial"/>
                <a:cs typeface="Arial"/>
                <a:hlinkClick xmlns:r="http://schemas.openxmlformats.org/officeDocument/2006/relationships" r:id="Ra44315048fec4a82"/>
              </a:rPr>
              <a:t>05  Проблема и исследования</a:t>
            </a:r>
          </a:p>
        </p:txBody>
      </p:sp>
      <p:sp>
        <p:nvSpPr>
          <p:cNvPr id="26" name="Основания, ограничения и план кастдева">
            <a:extLst xmlns:a="http://schemas.openxmlformats.org/drawingml/2006/main">
              <a:ext uri="{FF2B5EF4-FFF2-40B4-BE49-F238E27FC236}">
                <a16:creationId xmlns:a16="http://schemas.microsoft.com/office/drawing/2014/main" id="{72C60D78-E3C6-44C0-BDAE-5CDED3D14712}"/>
              </a:ext>
            </a:extLst>
          </p:cNvPr>
          <p:cNvSpPr>
            <a:spLocks xmlns:a="http://schemas.openxmlformats.org/drawingml/2006/main" noGrp="1"/>
          </p:cNvSpPr>
          <p:nvPr/>
        </p:nvSpPr>
        <p:spPr>
          <a:xfrm xmlns:a="http://schemas.openxmlformats.org/drawingml/2006/main">
            <a:off x="6534150" y="40671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DE0E7"/>
                </a:solidFill>
                <a:latin typeface="Arial"/>
                <a:ea typeface="Arial"/>
                <a:cs typeface="Arial"/>
              </a:defRPr>
            </a:defPPr>
            <a:lvl1pPr>
              <a:defRPr sz="1575" b="0">
                <a:solidFill>
                  <a:srgbClr val="DDE0E7"/>
                </a:solidFill>
                <a:latin typeface="Arial"/>
                <a:ea typeface="Arial"/>
                <a:cs typeface="Arial"/>
              </a:defRPr>
            </a:lvl1pPr>
            <a:lvl2pPr>
              <a:defRPr sz="1575" b="0">
                <a:solidFill>
                  <a:srgbClr val="DDE0E7"/>
                </a:solidFill>
                <a:latin typeface="Arial"/>
                <a:ea typeface="Arial"/>
                <a:cs typeface="Arial"/>
              </a:defRPr>
            </a:lvl2pPr>
            <a:lvl3pPr>
              <a:defRPr sz="1575" b="0">
                <a:solidFill>
                  <a:srgbClr val="DDE0E7"/>
                </a:solidFill>
                <a:latin typeface="Arial"/>
                <a:ea typeface="Arial"/>
                <a:cs typeface="Arial"/>
              </a:defRPr>
            </a:lvl3pPr>
            <a:lvl4pPr>
              <a:defRPr sz="1575" b="0">
                <a:solidFill>
                  <a:srgbClr val="DDE0E7"/>
                </a:solidFill>
                <a:latin typeface="Arial"/>
                <a:ea typeface="Arial"/>
                <a:cs typeface="Arial"/>
              </a:defRPr>
            </a:lvl4pPr>
            <a:lvl5pPr>
              <a:defRPr sz="1575" b="0">
                <a:solidFill>
                  <a:srgbClr val="DDE0E7"/>
                </a:solidFill>
                <a:latin typeface="Arial"/>
                <a:ea typeface="Arial"/>
                <a:cs typeface="Arial"/>
              </a:defRPr>
            </a:lvl5pPr>
            <a:lvl6pPr>
              <a:defRPr sz="1575" b="0">
                <a:solidFill>
                  <a:srgbClr val="DDE0E7"/>
                </a:solidFill>
                <a:latin typeface="Arial"/>
                <a:ea typeface="Arial"/>
                <a:cs typeface="Arial"/>
              </a:defRPr>
            </a:lvl6pPr>
            <a:lvl7pPr>
              <a:defRPr sz="1575" b="0">
                <a:solidFill>
                  <a:srgbClr val="DDE0E7"/>
                </a:solidFill>
                <a:latin typeface="Arial"/>
                <a:ea typeface="Arial"/>
                <a:cs typeface="Arial"/>
              </a:defRPr>
            </a:lvl7pPr>
            <a:lvl8pPr>
              <a:defRPr sz="1575" b="0">
                <a:solidFill>
                  <a:srgbClr val="DDE0E7"/>
                </a:solidFill>
                <a:latin typeface="Arial"/>
                <a:ea typeface="Arial"/>
                <a:cs typeface="Arial"/>
              </a:defRPr>
            </a:lvl8pPr>
            <a:lvl9pPr>
              <a:defRPr sz="1575" b="0">
                <a:solidFill>
                  <a:srgbClr val="DDE0E7"/>
                </a:solidFill>
                <a:latin typeface="Arial"/>
                <a:ea typeface="Arial"/>
                <a:cs typeface="Arial"/>
              </a:defRPr>
            </a:lvl9pPr>
          </a:lstStyle>
          <a:p xmlns:a="http://schemas.openxmlformats.org/drawingml/2006/main">
            <a:pPr>
              <a:defRPr sz="1575" b="0">
                <a:solidFill>
                  <a:srgbClr val="DDE0E7"/>
                </a:solidFill>
                <a:latin typeface="Arial"/>
                <a:ea typeface="Arial"/>
                <a:cs typeface="Arial"/>
              </a:defRPr>
            </a:pPr>
            <a:r>
              <a:rPr sz="1575" b="0">
                <a:solidFill>
                  <a:srgbClr val="DDE0E7"/>
                </a:solidFill>
                <a:latin typeface="Arial"/>
                <a:ea typeface="Arial"/>
                <a:cs typeface="Arial"/>
              </a:rPr>
              <a:t>Основания, ограничения и план кастдева</a:t>
            </a:r>
          </a:p>
        </p:txBody>
      </p:sp>
      <p:sp>
        <p:nvSpPr>
          <p:cNvPr id="27" name="06  Проверка прототипа">
            <a:extLst xmlns:a="http://schemas.openxmlformats.org/drawingml/2006/main">
              <a:ext uri="{FF2B5EF4-FFF2-40B4-BE49-F238E27FC236}">
                <a16:creationId xmlns:a16="http://schemas.microsoft.com/office/drawing/2014/main" id="{D034530C-BBE0-42E3-9E59-C688EBD561E3}"/>
              </a:ext>
            </a:extLst>
          </p:cNvPr>
          <p:cNvSpPr>
            <a:spLocks xmlns:a="http://schemas.openxmlformats.org/drawingml/2006/main" noGrp="1"/>
          </p:cNvSpPr>
          <p:nvPr/>
        </p:nvSpPr>
        <p:spPr>
          <a:xfrm xmlns:a="http://schemas.openxmlformats.org/drawingml/2006/main">
            <a:off x="781050" y="460057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EE6C9"/>
                </a:solidFill>
                <a:latin typeface="Arial"/>
                <a:ea typeface="Arial"/>
                <a:cs typeface="Arial"/>
              </a:defRPr>
            </a:defPPr>
            <a:lvl1pPr>
              <a:defRPr sz="1875" b="1">
                <a:solidFill>
                  <a:srgbClr val="2EE6C9"/>
                </a:solidFill>
                <a:latin typeface="Arial"/>
                <a:ea typeface="Arial"/>
                <a:cs typeface="Arial"/>
              </a:defRPr>
            </a:lvl1pPr>
            <a:lvl2pPr>
              <a:defRPr sz="1875" b="1">
                <a:solidFill>
                  <a:srgbClr val="2EE6C9"/>
                </a:solidFill>
                <a:latin typeface="Arial"/>
                <a:ea typeface="Arial"/>
                <a:cs typeface="Arial"/>
              </a:defRPr>
            </a:lvl2pPr>
            <a:lvl3pPr>
              <a:defRPr sz="1875" b="1">
                <a:solidFill>
                  <a:srgbClr val="2EE6C9"/>
                </a:solidFill>
                <a:latin typeface="Arial"/>
                <a:ea typeface="Arial"/>
                <a:cs typeface="Arial"/>
              </a:defRPr>
            </a:lvl3pPr>
            <a:lvl4pPr>
              <a:defRPr sz="1875" b="1">
                <a:solidFill>
                  <a:srgbClr val="2EE6C9"/>
                </a:solidFill>
                <a:latin typeface="Arial"/>
                <a:ea typeface="Arial"/>
                <a:cs typeface="Arial"/>
              </a:defRPr>
            </a:lvl4pPr>
            <a:lvl5pPr>
              <a:defRPr sz="1875" b="1">
                <a:solidFill>
                  <a:srgbClr val="2EE6C9"/>
                </a:solidFill>
                <a:latin typeface="Arial"/>
                <a:ea typeface="Arial"/>
                <a:cs typeface="Arial"/>
              </a:defRPr>
            </a:lvl5pPr>
            <a:lvl6pPr>
              <a:defRPr sz="1875" b="1">
                <a:solidFill>
                  <a:srgbClr val="2EE6C9"/>
                </a:solidFill>
                <a:latin typeface="Arial"/>
                <a:ea typeface="Arial"/>
                <a:cs typeface="Arial"/>
              </a:defRPr>
            </a:lvl6pPr>
            <a:lvl7pPr>
              <a:defRPr sz="1875" b="1">
                <a:solidFill>
                  <a:srgbClr val="2EE6C9"/>
                </a:solidFill>
                <a:latin typeface="Arial"/>
                <a:ea typeface="Arial"/>
                <a:cs typeface="Arial"/>
              </a:defRPr>
            </a:lvl7pPr>
            <a:lvl8pPr>
              <a:defRPr sz="1875" b="1">
                <a:solidFill>
                  <a:srgbClr val="2EE6C9"/>
                </a:solidFill>
                <a:latin typeface="Arial"/>
                <a:ea typeface="Arial"/>
                <a:cs typeface="Arial"/>
              </a:defRPr>
            </a:lvl8pPr>
            <a:lvl9pPr>
              <a:defRPr sz="1875" b="1">
                <a:solidFill>
                  <a:srgbClr val="2EE6C9"/>
                </a:solidFill>
                <a:latin typeface="Arial"/>
                <a:ea typeface="Arial"/>
                <a:cs typeface="Arial"/>
              </a:defRPr>
            </a:lvl9pPr>
          </a:lstStyle>
          <a:p xmlns:a="http://schemas.openxmlformats.org/drawingml/2006/main">
            <a:pPr>
              <a:defRPr sz="1875" b="1">
                <a:solidFill>
                  <a:srgbClr val="2EE6C9"/>
                </a:solidFill>
                <a:latin typeface="Arial"/>
                <a:ea typeface="Arial"/>
                <a:cs typeface="Arial"/>
              </a:defRPr>
            </a:pPr>
            <a:r>
              <a:rPr sz="1875" b="1">
                <a:solidFill>
                  <a:srgbClr val="2EE6C9"/>
                </a:solidFill>
                <a:latin typeface="Arial"/>
                <a:ea typeface="Arial"/>
                <a:cs typeface="Arial"/>
                <a:hlinkClick xmlns:r="http://schemas.openxmlformats.org/officeDocument/2006/relationships" r:id="R6c9c406067a14fd0"/>
              </a:rPr>
              <a:t>06  Проверка прототипа</a:t>
            </a:r>
          </a:p>
        </p:txBody>
      </p:sp>
      <p:sp>
        <p:nvSpPr>
          <p:cNvPr id="28" name="Технические результаты и границы проверки">
            <a:extLst xmlns:a="http://schemas.openxmlformats.org/drawingml/2006/main">
              <a:ext uri="{FF2B5EF4-FFF2-40B4-BE49-F238E27FC236}">
                <a16:creationId xmlns:a16="http://schemas.microsoft.com/office/drawing/2014/main" id="{241C51D6-9040-48C7-80A4-37B67E799CAC}"/>
              </a:ext>
            </a:extLst>
          </p:cNvPr>
          <p:cNvSpPr>
            <a:spLocks xmlns:a="http://schemas.openxmlformats.org/drawingml/2006/main" noGrp="1"/>
          </p:cNvSpPr>
          <p:nvPr/>
        </p:nvSpPr>
        <p:spPr>
          <a:xfrm xmlns:a="http://schemas.openxmlformats.org/drawingml/2006/main">
            <a:off x="6534150" y="46291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DE0E7"/>
                </a:solidFill>
                <a:latin typeface="Arial"/>
                <a:ea typeface="Arial"/>
                <a:cs typeface="Arial"/>
              </a:defRPr>
            </a:defPPr>
            <a:lvl1pPr>
              <a:defRPr sz="1575" b="0">
                <a:solidFill>
                  <a:srgbClr val="DDE0E7"/>
                </a:solidFill>
                <a:latin typeface="Arial"/>
                <a:ea typeface="Arial"/>
                <a:cs typeface="Arial"/>
              </a:defRPr>
            </a:lvl1pPr>
            <a:lvl2pPr>
              <a:defRPr sz="1575" b="0">
                <a:solidFill>
                  <a:srgbClr val="DDE0E7"/>
                </a:solidFill>
                <a:latin typeface="Arial"/>
                <a:ea typeface="Arial"/>
                <a:cs typeface="Arial"/>
              </a:defRPr>
            </a:lvl2pPr>
            <a:lvl3pPr>
              <a:defRPr sz="1575" b="0">
                <a:solidFill>
                  <a:srgbClr val="DDE0E7"/>
                </a:solidFill>
                <a:latin typeface="Arial"/>
                <a:ea typeface="Arial"/>
                <a:cs typeface="Arial"/>
              </a:defRPr>
            </a:lvl3pPr>
            <a:lvl4pPr>
              <a:defRPr sz="1575" b="0">
                <a:solidFill>
                  <a:srgbClr val="DDE0E7"/>
                </a:solidFill>
                <a:latin typeface="Arial"/>
                <a:ea typeface="Arial"/>
                <a:cs typeface="Arial"/>
              </a:defRPr>
            </a:lvl4pPr>
            <a:lvl5pPr>
              <a:defRPr sz="1575" b="0">
                <a:solidFill>
                  <a:srgbClr val="DDE0E7"/>
                </a:solidFill>
                <a:latin typeface="Arial"/>
                <a:ea typeface="Arial"/>
                <a:cs typeface="Arial"/>
              </a:defRPr>
            </a:lvl5pPr>
            <a:lvl6pPr>
              <a:defRPr sz="1575" b="0">
                <a:solidFill>
                  <a:srgbClr val="DDE0E7"/>
                </a:solidFill>
                <a:latin typeface="Arial"/>
                <a:ea typeface="Arial"/>
                <a:cs typeface="Arial"/>
              </a:defRPr>
            </a:lvl6pPr>
            <a:lvl7pPr>
              <a:defRPr sz="1575" b="0">
                <a:solidFill>
                  <a:srgbClr val="DDE0E7"/>
                </a:solidFill>
                <a:latin typeface="Arial"/>
                <a:ea typeface="Arial"/>
                <a:cs typeface="Arial"/>
              </a:defRPr>
            </a:lvl7pPr>
            <a:lvl8pPr>
              <a:defRPr sz="1575" b="0">
                <a:solidFill>
                  <a:srgbClr val="DDE0E7"/>
                </a:solidFill>
                <a:latin typeface="Arial"/>
                <a:ea typeface="Arial"/>
                <a:cs typeface="Arial"/>
              </a:defRPr>
            </a:lvl8pPr>
            <a:lvl9pPr>
              <a:defRPr sz="1575" b="0">
                <a:solidFill>
                  <a:srgbClr val="DDE0E7"/>
                </a:solidFill>
                <a:latin typeface="Arial"/>
                <a:ea typeface="Arial"/>
                <a:cs typeface="Arial"/>
              </a:defRPr>
            </a:lvl9pPr>
          </a:lstStyle>
          <a:p xmlns:a="http://schemas.openxmlformats.org/drawingml/2006/main">
            <a:pPr>
              <a:defRPr sz="1575" b="0">
                <a:solidFill>
                  <a:srgbClr val="DDE0E7"/>
                </a:solidFill>
                <a:latin typeface="Arial"/>
                <a:ea typeface="Arial"/>
                <a:cs typeface="Arial"/>
              </a:defRPr>
            </a:pPr>
            <a:r>
              <a:rPr sz="1575" b="0">
                <a:solidFill>
                  <a:srgbClr val="DDE0E7"/>
                </a:solidFill>
                <a:latin typeface="Arial"/>
                <a:ea typeface="Arial"/>
                <a:cs typeface="Arial"/>
              </a:rPr>
              <a:t>Технические результаты и границы проверки</a:t>
            </a:r>
          </a:p>
        </p:txBody>
      </p:sp>
      <p:sp>
        <p:nvSpPr>
          <p:cNvPr id="29" name="07  Лабораторные и исходники">
            <a:extLst xmlns:a="http://schemas.openxmlformats.org/drawingml/2006/main">
              <a:ext uri="{FF2B5EF4-FFF2-40B4-BE49-F238E27FC236}">
                <a16:creationId xmlns:a16="http://schemas.microsoft.com/office/drawing/2014/main" id="{91FF8803-ADE2-4D88-8123-7A4BC2036919}"/>
              </a:ext>
            </a:extLst>
          </p:cNvPr>
          <p:cNvSpPr>
            <a:spLocks xmlns:a="http://schemas.openxmlformats.org/drawingml/2006/main" noGrp="1"/>
          </p:cNvSpPr>
          <p:nvPr/>
        </p:nvSpPr>
        <p:spPr>
          <a:xfrm xmlns:a="http://schemas.openxmlformats.org/drawingml/2006/main">
            <a:off x="781050" y="5162550"/>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EE6C9"/>
                </a:solidFill>
                <a:latin typeface="Arial"/>
                <a:ea typeface="Arial"/>
                <a:cs typeface="Arial"/>
              </a:defRPr>
            </a:defPPr>
            <a:lvl1pPr>
              <a:defRPr sz="1875" b="1">
                <a:solidFill>
                  <a:srgbClr val="2EE6C9"/>
                </a:solidFill>
                <a:latin typeface="Arial"/>
                <a:ea typeface="Arial"/>
                <a:cs typeface="Arial"/>
              </a:defRPr>
            </a:lvl1pPr>
            <a:lvl2pPr>
              <a:defRPr sz="1875" b="1">
                <a:solidFill>
                  <a:srgbClr val="2EE6C9"/>
                </a:solidFill>
                <a:latin typeface="Arial"/>
                <a:ea typeface="Arial"/>
                <a:cs typeface="Arial"/>
              </a:defRPr>
            </a:lvl2pPr>
            <a:lvl3pPr>
              <a:defRPr sz="1875" b="1">
                <a:solidFill>
                  <a:srgbClr val="2EE6C9"/>
                </a:solidFill>
                <a:latin typeface="Arial"/>
                <a:ea typeface="Arial"/>
                <a:cs typeface="Arial"/>
              </a:defRPr>
            </a:lvl3pPr>
            <a:lvl4pPr>
              <a:defRPr sz="1875" b="1">
                <a:solidFill>
                  <a:srgbClr val="2EE6C9"/>
                </a:solidFill>
                <a:latin typeface="Arial"/>
                <a:ea typeface="Arial"/>
                <a:cs typeface="Arial"/>
              </a:defRPr>
            </a:lvl4pPr>
            <a:lvl5pPr>
              <a:defRPr sz="1875" b="1">
                <a:solidFill>
                  <a:srgbClr val="2EE6C9"/>
                </a:solidFill>
                <a:latin typeface="Arial"/>
                <a:ea typeface="Arial"/>
                <a:cs typeface="Arial"/>
              </a:defRPr>
            </a:lvl5pPr>
            <a:lvl6pPr>
              <a:defRPr sz="1875" b="1">
                <a:solidFill>
                  <a:srgbClr val="2EE6C9"/>
                </a:solidFill>
                <a:latin typeface="Arial"/>
                <a:ea typeface="Arial"/>
                <a:cs typeface="Arial"/>
              </a:defRPr>
            </a:lvl6pPr>
            <a:lvl7pPr>
              <a:defRPr sz="1875" b="1">
                <a:solidFill>
                  <a:srgbClr val="2EE6C9"/>
                </a:solidFill>
                <a:latin typeface="Arial"/>
                <a:ea typeface="Arial"/>
                <a:cs typeface="Arial"/>
              </a:defRPr>
            </a:lvl7pPr>
            <a:lvl8pPr>
              <a:defRPr sz="1875" b="1">
                <a:solidFill>
                  <a:srgbClr val="2EE6C9"/>
                </a:solidFill>
                <a:latin typeface="Arial"/>
                <a:ea typeface="Arial"/>
                <a:cs typeface="Arial"/>
              </a:defRPr>
            </a:lvl8pPr>
            <a:lvl9pPr>
              <a:defRPr sz="1875" b="1">
                <a:solidFill>
                  <a:srgbClr val="2EE6C9"/>
                </a:solidFill>
                <a:latin typeface="Arial"/>
                <a:ea typeface="Arial"/>
                <a:cs typeface="Arial"/>
              </a:defRPr>
            </a:lvl9pPr>
          </a:lstStyle>
          <a:p xmlns:a="http://schemas.openxmlformats.org/drawingml/2006/main">
            <a:pPr>
              <a:defRPr sz="1875" b="1">
                <a:solidFill>
                  <a:srgbClr val="2EE6C9"/>
                </a:solidFill>
                <a:latin typeface="Arial"/>
                <a:ea typeface="Arial"/>
                <a:cs typeface="Arial"/>
              </a:defRPr>
            </a:pPr>
            <a:r>
              <a:rPr sz="1875" b="1">
                <a:solidFill>
                  <a:srgbClr val="2EE6C9"/>
                </a:solidFill>
                <a:latin typeface="Arial"/>
                <a:ea typeface="Arial"/>
                <a:cs typeface="Arial"/>
                <a:hlinkClick xmlns:r="http://schemas.openxmlformats.org/officeDocument/2006/relationships" r:id="Rcebd648668094bc2"/>
              </a:rPr>
              <a:t>07  Лабораторные и исходники</a:t>
            </a:r>
          </a:p>
        </p:txBody>
      </p:sp>
      <p:sp>
        <p:nvSpPr>
          <p:cNvPr id="30" name="Лабораторные 4 и 5, документы и код">
            <a:extLst xmlns:a="http://schemas.openxmlformats.org/drawingml/2006/main">
              <a:ext uri="{FF2B5EF4-FFF2-40B4-BE49-F238E27FC236}">
                <a16:creationId xmlns:a16="http://schemas.microsoft.com/office/drawing/2014/main" id="{5A7F773A-6668-4D92-B548-7C799C43AD08}"/>
              </a:ext>
            </a:extLst>
          </p:cNvPr>
          <p:cNvSpPr>
            <a:spLocks xmlns:a="http://schemas.openxmlformats.org/drawingml/2006/main" noGrp="1"/>
          </p:cNvSpPr>
          <p:nvPr/>
        </p:nvSpPr>
        <p:spPr>
          <a:xfrm xmlns:a="http://schemas.openxmlformats.org/drawingml/2006/main">
            <a:off x="6534150" y="51911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DE0E7"/>
                </a:solidFill>
                <a:latin typeface="Arial"/>
                <a:ea typeface="Arial"/>
                <a:cs typeface="Arial"/>
              </a:defRPr>
            </a:defPPr>
            <a:lvl1pPr>
              <a:defRPr sz="1575" b="0">
                <a:solidFill>
                  <a:srgbClr val="DDE0E7"/>
                </a:solidFill>
                <a:latin typeface="Arial"/>
                <a:ea typeface="Arial"/>
                <a:cs typeface="Arial"/>
              </a:defRPr>
            </a:lvl1pPr>
            <a:lvl2pPr>
              <a:defRPr sz="1575" b="0">
                <a:solidFill>
                  <a:srgbClr val="DDE0E7"/>
                </a:solidFill>
                <a:latin typeface="Arial"/>
                <a:ea typeface="Arial"/>
                <a:cs typeface="Arial"/>
              </a:defRPr>
            </a:lvl2pPr>
            <a:lvl3pPr>
              <a:defRPr sz="1575" b="0">
                <a:solidFill>
                  <a:srgbClr val="DDE0E7"/>
                </a:solidFill>
                <a:latin typeface="Arial"/>
                <a:ea typeface="Arial"/>
                <a:cs typeface="Arial"/>
              </a:defRPr>
            </a:lvl3pPr>
            <a:lvl4pPr>
              <a:defRPr sz="1575" b="0">
                <a:solidFill>
                  <a:srgbClr val="DDE0E7"/>
                </a:solidFill>
                <a:latin typeface="Arial"/>
                <a:ea typeface="Arial"/>
                <a:cs typeface="Arial"/>
              </a:defRPr>
            </a:lvl4pPr>
            <a:lvl5pPr>
              <a:defRPr sz="1575" b="0">
                <a:solidFill>
                  <a:srgbClr val="DDE0E7"/>
                </a:solidFill>
                <a:latin typeface="Arial"/>
                <a:ea typeface="Arial"/>
                <a:cs typeface="Arial"/>
              </a:defRPr>
            </a:lvl5pPr>
            <a:lvl6pPr>
              <a:defRPr sz="1575" b="0">
                <a:solidFill>
                  <a:srgbClr val="DDE0E7"/>
                </a:solidFill>
                <a:latin typeface="Arial"/>
                <a:ea typeface="Arial"/>
                <a:cs typeface="Arial"/>
              </a:defRPr>
            </a:lvl6pPr>
            <a:lvl7pPr>
              <a:defRPr sz="1575" b="0">
                <a:solidFill>
                  <a:srgbClr val="DDE0E7"/>
                </a:solidFill>
                <a:latin typeface="Arial"/>
                <a:ea typeface="Arial"/>
                <a:cs typeface="Arial"/>
              </a:defRPr>
            </a:lvl7pPr>
            <a:lvl8pPr>
              <a:defRPr sz="1575" b="0">
                <a:solidFill>
                  <a:srgbClr val="DDE0E7"/>
                </a:solidFill>
                <a:latin typeface="Arial"/>
                <a:ea typeface="Arial"/>
                <a:cs typeface="Arial"/>
              </a:defRPr>
            </a:lvl8pPr>
            <a:lvl9pPr>
              <a:defRPr sz="1575" b="0">
                <a:solidFill>
                  <a:srgbClr val="DDE0E7"/>
                </a:solidFill>
                <a:latin typeface="Arial"/>
                <a:ea typeface="Arial"/>
                <a:cs typeface="Arial"/>
              </a:defRPr>
            </a:lvl9pPr>
          </a:lstStyle>
          <a:p xmlns:a="http://schemas.openxmlformats.org/drawingml/2006/main">
            <a:pPr>
              <a:defRPr sz="1575" b="0">
                <a:solidFill>
                  <a:srgbClr val="DDE0E7"/>
                </a:solidFill>
                <a:latin typeface="Arial"/>
                <a:ea typeface="Arial"/>
                <a:cs typeface="Arial"/>
              </a:defRPr>
            </a:pPr>
            <a:r>
              <a:rPr sz="1575" b="0">
                <a:solidFill>
                  <a:srgbClr val="DDE0E7"/>
                </a:solidFill>
                <a:latin typeface="Arial"/>
                <a:ea typeface="Arial"/>
                <a:cs typeface="Arial"/>
              </a:rPr>
              <a:t>Лабораторные 4 и 5, документы и код</a:t>
            </a:r>
          </a:p>
        </p:txBody>
      </p:sp>
      <p:sp>
        <p:nvSpPr>
          <p:cNvPr id="31" name="Все заголовки кликабельны. В прототипе доступ">
            <a:extLst xmlns:a="http://schemas.openxmlformats.org/drawingml/2006/main">
              <a:ext uri="{FF2B5EF4-FFF2-40B4-BE49-F238E27FC236}">
                <a16:creationId xmlns:a16="http://schemas.microsoft.com/office/drawing/2014/main" id="{68935F9F-2BA5-4251-8BDF-2C07002C72C1}"/>
              </a:ext>
            </a:extLst>
          </p:cNvPr>
          <p:cNvSpPr>
            <a:spLocks xmlns:a="http://schemas.openxmlformats.org/drawingml/2006/main" noGrp="1"/>
          </p:cNvSpPr>
          <p:nvPr/>
        </p:nvSpPr>
        <p:spPr>
          <a:xfrm xmlns:a="http://schemas.openxmlformats.org/drawingml/2006/main">
            <a:off x="781050" y="59721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ABB8"/>
                </a:solidFill>
                <a:latin typeface="Arial"/>
                <a:ea typeface="Arial"/>
                <a:cs typeface="Arial"/>
              </a:defRPr>
            </a:defPPr>
            <a:lvl1pPr>
              <a:defRPr sz="1350" b="0">
                <a:solidFill>
                  <a:srgbClr val="A6ABB8"/>
                </a:solidFill>
                <a:latin typeface="Arial"/>
                <a:ea typeface="Arial"/>
                <a:cs typeface="Arial"/>
              </a:defRPr>
            </a:lvl1pPr>
            <a:lvl2pPr>
              <a:defRPr sz="1350" b="0">
                <a:solidFill>
                  <a:srgbClr val="A6ABB8"/>
                </a:solidFill>
                <a:latin typeface="Arial"/>
                <a:ea typeface="Arial"/>
                <a:cs typeface="Arial"/>
              </a:defRPr>
            </a:lvl2pPr>
            <a:lvl3pPr>
              <a:defRPr sz="1350" b="0">
                <a:solidFill>
                  <a:srgbClr val="A6ABB8"/>
                </a:solidFill>
                <a:latin typeface="Arial"/>
                <a:ea typeface="Arial"/>
                <a:cs typeface="Arial"/>
              </a:defRPr>
            </a:lvl3pPr>
            <a:lvl4pPr>
              <a:defRPr sz="1350" b="0">
                <a:solidFill>
                  <a:srgbClr val="A6ABB8"/>
                </a:solidFill>
                <a:latin typeface="Arial"/>
                <a:ea typeface="Arial"/>
                <a:cs typeface="Arial"/>
              </a:defRPr>
            </a:lvl4pPr>
            <a:lvl5pPr>
              <a:defRPr sz="1350" b="0">
                <a:solidFill>
                  <a:srgbClr val="A6ABB8"/>
                </a:solidFill>
                <a:latin typeface="Arial"/>
                <a:ea typeface="Arial"/>
                <a:cs typeface="Arial"/>
              </a:defRPr>
            </a:lvl5pPr>
            <a:lvl6pPr>
              <a:defRPr sz="1350" b="0">
                <a:solidFill>
                  <a:srgbClr val="A6ABB8"/>
                </a:solidFill>
                <a:latin typeface="Arial"/>
                <a:ea typeface="Arial"/>
                <a:cs typeface="Arial"/>
              </a:defRPr>
            </a:lvl6pPr>
            <a:lvl7pPr>
              <a:defRPr sz="1350" b="0">
                <a:solidFill>
                  <a:srgbClr val="A6ABB8"/>
                </a:solidFill>
                <a:latin typeface="Arial"/>
                <a:ea typeface="Arial"/>
                <a:cs typeface="Arial"/>
              </a:defRPr>
            </a:lvl7pPr>
            <a:lvl8pPr>
              <a:defRPr sz="1350" b="0">
                <a:solidFill>
                  <a:srgbClr val="A6ABB8"/>
                </a:solidFill>
                <a:latin typeface="Arial"/>
                <a:ea typeface="Arial"/>
                <a:cs typeface="Arial"/>
              </a:defRPr>
            </a:lvl8pPr>
            <a:lvl9pPr>
              <a:defRPr sz="1350" b="0">
                <a:solidFill>
                  <a:srgbClr val="A6ABB8"/>
                </a:solidFill>
                <a:latin typeface="Arial"/>
                <a:ea typeface="Arial"/>
                <a:cs typeface="Arial"/>
              </a:defRPr>
            </a:lvl9pPr>
          </a:lstStyle>
          <a:p xmlns:a="http://schemas.openxmlformats.org/drawingml/2006/main">
            <a:pPr>
              <a:defRPr sz="1350" b="0">
                <a:solidFill>
                  <a:srgbClr val="A6ABB8"/>
                </a:solidFill>
                <a:latin typeface="Arial"/>
                <a:ea typeface="Arial"/>
                <a:cs typeface="Arial"/>
              </a:defRPr>
            </a:pPr>
            <a:r>
              <a:rPr sz="1350" b="0">
                <a:solidFill>
                  <a:srgbClr val="A6ABB8"/>
                </a:solidFill>
                <a:latin typeface="Arial"/>
                <a:ea typeface="Arial"/>
                <a:cs typeface="Arial"/>
              </a:rPr>
              <a:t>Все заголовки кликабельны. В прототипе доступны только учебные данные.</a:t>
            </a:r>
          </a:p>
        </p:txBody>
      </p:sp>
    </p:spTree>
    <p:extLst>
      <p:ext uri="{BB962C8B-B14F-4D97-AF65-F5344CB8AC3E}">
        <p14:creationId xmlns:p14="http://schemas.microsoft.com/office/powerpoint/2010/main" val="201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2026-10-25T14:59:24.9470000Z</dcterms:created>
  <dcterms:modified xsi:type="dcterms:W3CDTF">2026-10-25T14:59:24.9470000Z</dcterms:modified>
</coreProperties>
</file>